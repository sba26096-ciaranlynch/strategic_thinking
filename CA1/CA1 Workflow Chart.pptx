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4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4CDEE7-7287-436C-8156-7AD5415771C6}" type="doc">
      <dgm:prSet loTypeId="urn:microsoft.com/office/officeart/2026/layout/SmallDotsVertic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B63386E1-E19E-4E71-8F89-68700D76FFEA}">
      <dgm:prSet phldrT="[Text]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Data Collection</a:t>
          </a:r>
        </a:p>
      </dgm:t>
    </dgm:pt>
    <dgm:pt modelId="{0B7F271A-12CE-43AB-93E6-BC93B2BB52DE}" type="parTrans" cxnId="{07F770E8-5793-4F23-B36D-42A0B03D60AF}">
      <dgm:prSet/>
      <dgm:spPr/>
      <dgm:t>
        <a:bodyPr/>
        <a:lstStyle/>
        <a:p>
          <a:endParaRPr lang="en-IE"/>
        </a:p>
      </dgm:t>
    </dgm:pt>
    <dgm:pt modelId="{69AB6284-306D-439D-BEE3-0AE1D1681A58}" type="sibTrans" cxnId="{07F770E8-5793-4F23-B36D-42A0B03D60AF}">
      <dgm:prSet/>
      <dgm:spPr/>
      <dgm:t>
        <a:bodyPr/>
        <a:lstStyle/>
        <a:p>
          <a:endParaRPr lang="en-IE"/>
        </a:p>
      </dgm:t>
    </dgm:pt>
    <dgm:pt modelId="{FB31C78A-A2DE-4C50-A2C9-D57560908A42}">
      <dgm:prSet phldrT="[Text]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Excel Data Model</a:t>
          </a:r>
        </a:p>
      </dgm:t>
    </dgm:pt>
    <dgm:pt modelId="{A3CE4BBF-A148-49E0-881E-BBDD3F845500}" type="parTrans" cxnId="{BA82B2C0-785E-432F-B609-2203DFEE6B21}">
      <dgm:prSet/>
      <dgm:spPr/>
      <dgm:t>
        <a:bodyPr/>
        <a:lstStyle/>
        <a:p>
          <a:endParaRPr lang="en-IE"/>
        </a:p>
      </dgm:t>
    </dgm:pt>
    <dgm:pt modelId="{6822682D-3DB7-4A2F-A23C-4A51544A8FAD}" type="sibTrans" cxnId="{BA82B2C0-785E-432F-B609-2203DFEE6B21}">
      <dgm:prSet/>
      <dgm:spPr/>
      <dgm:t>
        <a:bodyPr/>
        <a:lstStyle/>
        <a:p>
          <a:endParaRPr lang="en-IE"/>
        </a:p>
      </dgm:t>
    </dgm:pt>
    <dgm:pt modelId="{9DAB217D-04C0-4CBB-B609-51AB56C3D7D8}">
      <dgm:prSet phldrT="[Text]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Python Data Preparation</a:t>
          </a:r>
        </a:p>
      </dgm:t>
    </dgm:pt>
    <dgm:pt modelId="{3463AA0E-802D-4650-BCF4-649434A3C15B}" type="parTrans" cxnId="{AD8B1F99-F798-4943-A3E8-E34C48D9B6E0}">
      <dgm:prSet/>
      <dgm:spPr/>
      <dgm:t>
        <a:bodyPr/>
        <a:lstStyle/>
        <a:p>
          <a:endParaRPr lang="en-IE"/>
        </a:p>
      </dgm:t>
    </dgm:pt>
    <dgm:pt modelId="{4B54FDBB-EFBA-4DCB-8FF7-79A53EE49F73}" type="sibTrans" cxnId="{AD8B1F99-F798-4943-A3E8-E34C48D9B6E0}">
      <dgm:prSet/>
      <dgm:spPr/>
      <dgm:t>
        <a:bodyPr/>
        <a:lstStyle/>
        <a:p>
          <a:endParaRPr lang="en-IE"/>
        </a:p>
      </dgm:t>
    </dgm:pt>
    <dgm:pt modelId="{8C26BC24-1EC1-45C8-B87F-F5C8B6386D29}">
      <dgm:prSet phldrT="[Text]" phldr="0"/>
      <dgm:spPr/>
      <dgm:t>
        <a:bodyPr/>
        <a:lstStyle/>
        <a:p>
          <a:r>
            <a:rPr lang="en-IE" dirty="0"/>
            <a:t>Football-Data.co.uk</a:t>
          </a:r>
        </a:p>
      </dgm:t>
    </dgm:pt>
    <dgm:pt modelId="{B410AFE0-EABD-423A-8A06-9819A5F4405B}" type="parTrans" cxnId="{DA31C769-E455-4DFB-9F61-C9CED769DD1A}">
      <dgm:prSet/>
      <dgm:spPr/>
      <dgm:t>
        <a:bodyPr/>
        <a:lstStyle/>
        <a:p>
          <a:endParaRPr lang="en-IE"/>
        </a:p>
      </dgm:t>
    </dgm:pt>
    <dgm:pt modelId="{EF75545E-BF4A-4040-AA8F-944FC9854890}" type="sibTrans" cxnId="{DA31C769-E455-4DFB-9F61-C9CED769DD1A}">
      <dgm:prSet/>
      <dgm:spPr/>
      <dgm:t>
        <a:bodyPr/>
        <a:lstStyle/>
        <a:p>
          <a:endParaRPr lang="en-IE"/>
        </a:p>
      </dgm:t>
    </dgm:pt>
    <dgm:pt modelId="{97A4A5D8-8B2B-421A-99DE-45024BAD8F82}">
      <dgm:prSet phldrT="[Text]" phldr="0"/>
      <dgm:spPr/>
      <dgm:t>
        <a:bodyPr/>
        <a:lstStyle/>
        <a:p>
          <a:r>
            <a:rPr lang="en-IE" dirty="0"/>
            <a:t>Download 72 </a:t>
          </a:r>
          <a:r>
            <a:rPr lang="en-IE"/>
            <a:t>CSV Files</a:t>
          </a:r>
          <a:endParaRPr lang="en-IE" dirty="0"/>
        </a:p>
      </dgm:t>
    </dgm:pt>
    <dgm:pt modelId="{71866EE1-D59C-4E33-A94D-05910773472E}" type="parTrans" cxnId="{3977AAD3-A626-4E50-B7EC-6F906150AD0D}">
      <dgm:prSet/>
      <dgm:spPr/>
      <dgm:t>
        <a:bodyPr/>
        <a:lstStyle/>
        <a:p>
          <a:endParaRPr lang="en-IE"/>
        </a:p>
      </dgm:t>
    </dgm:pt>
    <dgm:pt modelId="{6CE0C78C-737F-44E9-86B5-167EA8553EE9}" type="sibTrans" cxnId="{3977AAD3-A626-4E50-B7EC-6F906150AD0D}">
      <dgm:prSet/>
      <dgm:spPr/>
      <dgm:t>
        <a:bodyPr/>
        <a:lstStyle/>
        <a:p>
          <a:endParaRPr lang="en-IE"/>
        </a:p>
      </dgm:t>
    </dgm:pt>
    <dgm:pt modelId="{48ECF253-5039-475F-9098-698EA9F0D34E}">
      <dgm:prSet phldrT="[Text]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Integrated Football Dataset</a:t>
          </a:r>
        </a:p>
      </dgm:t>
    </dgm:pt>
    <dgm:pt modelId="{1D6F1937-E1CC-4EA2-BD58-43A59C7679E5}" type="parTrans" cxnId="{A93BACE9-E198-4ECF-93C1-131A97248337}">
      <dgm:prSet/>
      <dgm:spPr/>
      <dgm:t>
        <a:bodyPr/>
        <a:lstStyle/>
        <a:p>
          <a:endParaRPr lang="en-IE"/>
        </a:p>
      </dgm:t>
    </dgm:pt>
    <dgm:pt modelId="{06D0E3D7-F941-40AC-8105-B378355519EB}" type="sibTrans" cxnId="{A93BACE9-E198-4ECF-93C1-131A97248337}">
      <dgm:prSet/>
      <dgm:spPr/>
      <dgm:t>
        <a:bodyPr/>
        <a:lstStyle/>
        <a:p>
          <a:endParaRPr lang="en-IE"/>
        </a:p>
      </dgm:t>
    </dgm:pt>
    <dgm:pt modelId="{DCC3D744-2CA0-4574-820C-C1CD0402A47C}">
      <dgm:prSet phldrT="Description" phldr="0"/>
      <dgm:spPr/>
      <dgm:t>
        <a:bodyPr/>
        <a:lstStyle/>
        <a:p>
          <a:r>
            <a:rPr lang="en-IE" dirty="0"/>
            <a:t>Merge Data</a:t>
          </a:r>
        </a:p>
      </dgm:t>
    </dgm:pt>
    <dgm:pt modelId="{9F35C77B-E34A-4495-AB82-D96BC8A367B3}" type="parTrans" cxnId="{9058F01E-2679-4E19-96A3-F9093FCFDF83}">
      <dgm:prSet/>
      <dgm:spPr/>
      <dgm:t>
        <a:bodyPr/>
        <a:lstStyle/>
        <a:p>
          <a:endParaRPr lang="en-IE"/>
        </a:p>
      </dgm:t>
    </dgm:pt>
    <dgm:pt modelId="{D9B4D066-89E3-424B-9017-40917DE31D34}" type="sibTrans" cxnId="{9058F01E-2679-4E19-96A3-F9093FCFDF83}">
      <dgm:prSet/>
      <dgm:spPr/>
      <dgm:t>
        <a:bodyPr/>
        <a:lstStyle/>
        <a:p>
          <a:endParaRPr lang="en-IE"/>
        </a:p>
      </dgm:t>
    </dgm:pt>
    <dgm:pt modelId="{1B7994E6-D439-4D31-8A3C-05FA14842A89}">
      <dgm:prSet phldrT="[Text]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Feature Engineering</a:t>
          </a:r>
        </a:p>
      </dgm:t>
    </dgm:pt>
    <dgm:pt modelId="{A410FB63-D8BD-4EBE-8C9B-6CAA4C8B1042}" type="parTrans" cxnId="{7BE8ADCC-AFF4-4C59-B03C-CC3EA2B5E4FD}">
      <dgm:prSet/>
      <dgm:spPr/>
      <dgm:t>
        <a:bodyPr/>
        <a:lstStyle/>
        <a:p>
          <a:endParaRPr lang="en-IE"/>
        </a:p>
      </dgm:t>
    </dgm:pt>
    <dgm:pt modelId="{854F8101-E256-4771-B097-D20ABC3F32F8}" type="sibTrans" cxnId="{7BE8ADCC-AFF4-4C59-B03C-CC3EA2B5E4FD}">
      <dgm:prSet/>
      <dgm:spPr/>
      <dgm:t>
        <a:bodyPr/>
        <a:lstStyle/>
        <a:p>
          <a:endParaRPr lang="en-IE"/>
        </a:p>
      </dgm:t>
    </dgm:pt>
    <dgm:pt modelId="{0BDB4E59-FE44-4948-8F17-4AD180AD2FEE}">
      <dgm:prSet phldrT="[Text]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Exploratory Data Analysis</a:t>
          </a:r>
        </a:p>
      </dgm:t>
    </dgm:pt>
    <dgm:pt modelId="{14091C1B-A746-4341-842B-808301196D72}" type="parTrans" cxnId="{1B0EE392-6F2C-4C05-89B9-267A7CF6A9B8}">
      <dgm:prSet/>
      <dgm:spPr/>
      <dgm:t>
        <a:bodyPr/>
        <a:lstStyle/>
        <a:p>
          <a:endParaRPr lang="en-IE"/>
        </a:p>
      </dgm:t>
    </dgm:pt>
    <dgm:pt modelId="{316CCBD2-FA91-4F63-B786-698B879F2BE5}" type="sibTrans" cxnId="{1B0EE392-6F2C-4C05-89B9-267A7CF6A9B8}">
      <dgm:prSet/>
      <dgm:spPr/>
      <dgm:t>
        <a:bodyPr/>
        <a:lstStyle/>
        <a:p>
          <a:endParaRPr lang="en-IE"/>
        </a:p>
      </dgm:t>
    </dgm:pt>
    <dgm:pt modelId="{3B09FB11-8A23-48FF-BFE9-78CAB42A9A27}">
      <dgm:prSet phldrT="[Text]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Machine Learning Models</a:t>
          </a:r>
        </a:p>
      </dgm:t>
    </dgm:pt>
    <dgm:pt modelId="{DF759DAE-AF32-4DAB-9597-60F938F87296}" type="parTrans" cxnId="{FADF281E-C800-4343-970F-00F1CBCA0F87}">
      <dgm:prSet/>
      <dgm:spPr/>
      <dgm:t>
        <a:bodyPr/>
        <a:lstStyle/>
        <a:p>
          <a:endParaRPr lang="en-IE"/>
        </a:p>
      </dgm:t>
    </dgm:pt>
    <dgm:pt modelId="{0F5F56EA-6EA4-40AE-B8F2-AC040C7417E8}" type="sibTrans" cxnId="{FADF281E-C800-4343-970F-00F1CBCA0F87}">
      <dgm:prSet/>
      <dgm:spPr/>
      <dgm:t>
        <a:bodyPr/>
        <a:lstStyle/>
        <a:p>
          <a:endParaRPr lang="en-IE"/>
        </a:p>
      </dgm:t>
    </dgm:pt>
    <dgm:pt modelId="{69B92D20-A9C1-47B8-BC7C-C2B74D506D4D}">
      <dgm:prSet phldrT="[Text]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Model Evaluation</a:t>
          </a:r>
        </a:p>
      </dgm:t>
    </dgm:pt>
    <dgm:pt modelId="{FF0A53F4-B191-4B50-95BB-370BCEB3D3A2}" type="parTrans" cxnId="{0250CE93-0DCF-4C38-BC0E-0BBCC3DB1917}">
      <dgm:prSet/>
      <dgm:spPr/>
      <dgm:t>
        <a:bodyPr/>
        <a:lstStyle/>
        <a:p>
          <a:endParaRPr lang="en-IE"/>
        </a:p>
      </dgm:t>
    </dgm:pt>
    <dgm:pt modelId="{1898FF5E-D51B-4B16-93C2-4A1DA8D2A727}" type="sibTrans" cxnId="{0250CE93-0DCF-4C38-BC0E-0BBCC3DB1917}">
      <dgm:prSet/>
      <dgm:spPr/>
      <dgm:t>
        <a:bodyPr/>
        <a:lstStyle/>
        <a:p>
          <a:endParaRPr lang="en-IE"/>
        </a:p>
      </dgm:t>
    </dgm:pt>
    <dgm:pt modelId="{AC0C51E0-C18D-48C0-B378-390C556F4996}">
      <dgm:prSet phldrT="[Text]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Visualisation &amp; Final Report</a:t>
          </a:r>
        </a:p>
      </dgm:t>
    </dgm:pt>
    <dgm:pt modelId="{B3DBFC35-1FFA-45CE-BAAB-D1ABD9FD7C7E}" type="parTrans" cxnId="{9D5298E4-6D43-4052-A201-F4E0D9A389AB}">
      <dgm:prSet/>
      <dgm:spPr/>
      <dgm:t>
        <a:bodyPr/>
        <a:lstStyle/>
        <a:p>
          <a:endParaRPr lang="en-IE"/>
        </a:p>
      </dgm:t>
    </dgm:pt>
    <dgm:pt modelId="{A0F1E4EE-A230-425E-A91C-7FCB86C1CC66}" type="sibTrans" cxnId="{9D5298E4-6D43-4052-A201-F4E0D9A389AB}">
      <dgm:prSet/>
      <dgm:spPr/>
      <dgm:t>
        <a:bodyPr/>
        <a:lstStyle/>
        <a:p>
          <a:endParaRPr lang="en-IE"/>
        </a:p>
      </dgm:t>
    </dgm:pt>
    <dgm:pt modelId="{D275F21A-4168-4005-8099-20A15DF83EB0}">
      <dgm:prSet phldrT="[Text]" phldr="0"/>
      <dgm:spPr/>
      <dgm:t>
        <a:bodyPr/>
        <a:lstStyle/>
        <a:p>
          <a:r>
            <a:rPr lang="en-IE" dirty="0"/>
            <a:t>Clean Data</a:t>
          </a:r>
        </a:p>
      </dgm:t>
    </dgm:pt>
    <dgm:pt modelId="{02E510D9-45A6-479B-94C2-58395EFB48F1}" type="parTrans" cxnId="{8162172B-46D9-4C0B-8B51-38D2C72DD2DE}">
      <dgm:prSet/>
      <dgm:spPr/>
      <dgm:t>
        <a:bodyPr/>
        <a:lstStyle/>
        <a:p>
          <a:endParaRPr lang="en-IE"/>
        </a:p>
      </dgm:t>
    </dgm:pt>
    <dgm:pt modelId="{89BBC5A2-F01A-4397-84DD-9DE7DF2EA425}" type="sibTrans" cxnId="{8162172B-46D9-4C0B-8B51-38D2C72DD2DE}">
      <dgm:prSet/>
      <dgm:spPr/>
      <dgm:t>
        <a:bodyPr/>
        <a:lstStyle/>
        <a:p>
          <a:endParaRPr lang="en-IE"/>
        </a:p>
      </dgm:t>
    </dgm:pt>
    <dgm:pt modelId="{9D874270-04B5-45D5-8EF3-FE5E9B1F6D19}">
      <dgm:prSet phldrT="[Text]" phldr="0"/>
      <dgm:spPr/>
      <dgm:t>
        <a:bodyPr/>
        <a:lstStyle/>
        <a:p>
          <a:r>
            <a:rPr lang="en-IE" dirty="0"/>
            <a:t>Handle Missing Values</a:t>
          </a:r>
        </a:p>
      </dgm:t>
    </dgm:pt>
    <dgm:pt modelId="{386F2573-FDCF-4F89-ADE4-53135225CE75}" type="parTrans" cxnId="{50499BCC-272B-47AC-9F31-D8171B1C8440}">
      <dgm:prSet/>
      <dgm:spPr/>
      <dgm:t>
        <a:bodyPr/>
        <a:lstStyle/>
        <a:p>
          <a:endParaRPr lang="en-IE"/>
        </a:p>
      </dgm:t>
    </dgm:pt>
    <dgm:pt modelId="{A89FEB7A-EE4D-4240-AFBC-A91FD54C51BA}" type="sibTrans" cxnId="{50499BCC-272B-47AC-9F31-D8171B1C8440}">
      <dgm:prSet/>
      <dgm:spPr/>
      <dgm:t>
        <a:bodyPr/>
        <a:lstStyle/>
        <a:p>
          <a:endParaRPr lang="en-IE"/>
        </a:p>
      </dgm:t>
    </dgm:pt>
    <dgm:pt modelId="{6AC35156-8525-42DF-8F07-365774A6A6D3}">
      <dgm:prSet phldrT="[Text]" phldr="0"/>
      <dgm:spPr/>
      <dgm:t>
        <a:bodyPr/>
        <a:lstStyle/>
        <a:p>
          <a:r>
            <a:rPr lang="en-IE" dirty="0"/>
            <a:t>Transform Data</a:t>
          </a:r>
        </a:p>
      </dgm:t>
    </dgm:pt>
    <dgm:pt modelId="{87AF0BE0-4A5B-4B61-9054-BCDF76D3B438}" type="parTrans" cxnId="{A342F5C2-3585-4F4D-AC0E-75AA0654A598}">
      <dgm:prSet/>
      <dgm:spPr/>
      <dgm:t>
        <a:bodyPr/>
        <a:lstStyle/>
        <a:p>
          <a:endParaRPr lang="en-IE"/>
        </a:p>
      </dgm:t>
    </dgm:pt>
    <dgm:pt modelId="{576DC7A0-8F11-4346-968C-905C464CC87F}" type="sibTrans" cxnId="{A342F5C2-3585-4F4D-AC0E-75AA0654A598}">
      <dgm:prSet/>
      <dgm:spPr/>
      <dgm:t>
        <a:bodyPr/>
        <a:lstStyle/>
        <a:p>
          <a:endParaRPr lang="en-IE"/>
        </a:p>
      </dgm:t>
    </dgm:pt>
    <dgm:pt modelId="{9720A73C-474F-4C04-9370-B2DB08878B0D}">
      <dgm:prSet phldrT="[Text]" phldr="0"/>
      <dgm:spPr/>
      <dgm:t>
        <a:bodyPr/>
        <a:lstStyle/>
        <a:p>
          <a:r>
            <a:rPr lang="en-IE" dirty="0"/>
            <a:t>Logistic Regression</a:t>
          </a:r>
        </a:p>
      </dgm:t>
    </dgm:pt>
    <dgm:pt modelId="{A5251242-755A-4A08-B8B8-209B4DA6F56D}" type="parTrans" cxnId="{A55EA1DA-4656-481A-9FC1-558FA5200D70}">
      <dgm:prSet/>
      <dgm:spPr/>
      <dgm:t>
        <a:bodyPr/>
        <a:lstStyle/>
        <a:p>
          <a:endParaRPr lang="en-IE"/>
        </a:p>
      </dgm:t>
    </dgm:pt>
    <dgm:pt modelId="{B951599E-CC09-4C04-9FAB-75AE00EB2D5A}" type="sibTrans" cxnId="{A55EA1DA-4656-481A-9FC1-558FA5200D70}">
      <dgm:prSet/>
      <dgm:spPr/>
      <dgm:t>
        <a:bodyPr/>
        <a:lstStyle/>
        <a:p>
          <a:endParaRPr lang="en-IE"/>
        </a:p>
      </dgm:t>
    </dgm:pt>
    <dgm:pt modelId="{0C2FC735-0B7B-4E3C-AC40-36F3571747EA}">
      <dgm:prSet phldrT="[Text]" phldr="0"/>
      <dgm:spPr/>
      <dgm:t>
        <a:bodyPr/>
        <a:lstStyle/>
        <a:p>
          <a:r>
            <a:rPr lang="en-IE" dirty="0"/>
            <a:t>Decision tree</a:t>
          </a:r>
        </a:p>
      </dgm:t>
    </dgm:pt>
    <dgm:pt modelId="{A0D5CF86-BE3E-45B7-B153-8A61468D3C00}" type="parTrans" cxnId="{7CA51221-E8A2-4CD8-973A-147404BE8571}">
      <dgm:prSet/>
      <dgm:spPr/>
      <dgm:t>
        <a:bodyPr/>
        <a:lstStyle/>
        <a:p>
          <a:endParaRPr lang="en-IE"/>
        </a:p>
      </dgm:t>
    </dgm:pt>
    <dgm:pt modelId="{A769CC58-DF99-4FDC-922C-F89C92B68F3B}" type="sibTrans" cxnId="{7CA51221-E8A2-4CD8-973A-147404BE8571}">
      <dgm:prSet/>
      <dgm:spPr/>
      <dgm:t>
        <a:bodyPr/>
        <a:lstStyle/>
        <a:p>
          <a:endParaRPr lang="en-IE"/>
        </a:p>
      </dgm:t>
    </dgm:pt>
    <dgm:pt modelId="{B39D7999-D0D7-47E3-8669-93B24E9FCA8F}">
      <dgm:prSet phldrT="[Text]" phldr="0"/>
      <dgm:spPr/>
      <dgm:t>
        <a:bodyPr/>
        <a:lstStyle/>
        <a:p>
          <a:r>
            <a:rPr lang="en-IE" dirty="0"/>
            <a:t>Random Forest</a:t>
          </a:r>
        </a:p>
      </dgm:t>
    </dgm:pt>
    <dgm:pt modelId="{70B50524-C9F7-4DC6-98F5-ADFBD9C853CE}" type="parTrans" cxnId="{49BC39C0-5F90-4921-A1EC-573B7B42DB3C}">
      <dgm:prSet/>
      <dgm:spPr/>
      <dgm:t>
        <a:bodyPr/>
        <a:lstStyle/>
        <a:p>
          <a:endParaRPr lang="en-IE"/>
        </a:p>
      </dgm:t>
    </dgm:pt>
    <dgm:pt modelId="{B29D07E2-882A-4FF7-9506-32F91EDDADAA}" type="sibTrans" cxnId="{49BC39C0-5F90-4921-A1EC-573B7B42DB3C}">
      <dgm:prSet/>
      <dgm:spPr/>
      <dgm:t>
        <a:bodyPr/>
        <a:lstStyle/>
        <a:p>
          <a:endParaRPr lang="en-IE"/>
        </a:p>
      </dgm:t>
    </dgm:pt>
    <dgm:pt modelId="{809CB5B9-44A2-4674-A4F3-01EA5F529587}">
      <dgm:prSet phldrT="[Text]" phldr="0"/>
      <dgm:spPr/>
      <dgm:t>
        <a:bodyPr/>
        <a:lstStyle/>
        <a:p>
          <a:r>
            <a:rPr lang="en-IE"/>
            <a:t>XGBoost</a:t>
          </a:r>
          <a:endParaRPr lang="en-IE" dirty="0"/>
        </a:p>
      </dgm:t>
    </dgm:pt>
    <dgm:pt modelId="{E9738B33-C81F-4286-B1A0-AA78D4C74BC4}" type="parTrans" cxnId="{7CB6317D-AD18-43CA-8AD1-976D82C75188}">
      <dgm:prSet/>
      <dgm:spPr/>
      <dgm:t>
        <a:bodyPr/>
        <a:lstStyle/>
        <a:p>
          <a:endParaRPr lang="en-IE"/>
        </a:p>
      </dgm:t>
    </dgm:pt>
    <dgm:pt modelId="{D67690A5-0312-4EB2-8EC8-2B521E2F0AA5}" type="sibTrans" cxnId="{7CB6317D-AD18-43CA-8AD1-976D82C75188}">
      <dgm:prSet/>
      <dgm:spPr/>
      <dgm:t>
        <a:bodyPr/>
        <a:lstStyle/>
        <a:p>
          <a:endParaRPr lang="en-IE"/>
        </a:p>
      </dgm:t>
    </dgm:pt>
    <dgm:pt modelId="{EA0E4B4B-05B8-40EB-9231-B22C1983E4A3}">
      <dgm:prSet phldrT="Description" phldr="0"/>
      <dgm:spPr/>
      <dgm:t>
        <a:bodyPr/>
        <a:lstStyle/>
        <a:p>
          <a:r>
            <a:rPr lang="en-IE" dirty="0"/>
            <a:t>Create 6 </a:t>
          </a:r>
          <a:r>
            <a:rPr lang="en-IE"/>
            <a:t>Master Files</a:t>
          </a:r>
          <a:endParaRPr lang="en-IE" dirty="0"/>
        </a:p>
      </dgm:t>
    </dgm:pt>
    <dgm:pt modelId="{CECE2CD1-FA4B-4A8D-BF7B-E55D806B5ECA}" type="parTrans" cxnId="{8D2FA8C5-415E-4BB1-81DF-7F9B19C40717}">
      <dgm:prSet/>
      <dgm:spPr/>
      <dgm:t>
        <a:bodyPr/>
        <a:lstStyle/>
        <a:p>
          <a:endParaRPr lang="en-IE"/>
        </a:p>
      </dgm:t>
    </dgm:pt>
    <dgm:pt modelId="{1FB6914F-8AD0-4200-B4B2-CA278B1868FC}" type="sibTrans" cxnId="{8D2FA8C5-415E-4BB1-81DF-7F9B19C40717}">
      <dgm:prSet/>
      <dgm:spPr/>
      <dgm:t>
        <a:bodyPr/>
        <a:lstStyle/>
        <a:p>
          <a:endParaRPr lang="en-IE"/>
        </a:p>
      </dgm:t>
    </dgm:pt>
    <dgm:pt modelId="{8BA56C03-0F62-43C4-B02C-12C21E668759}">
      <dgm:prSet phldrT="[Text]" phldr="0"/>
      <dgm:spPr/>
      <dgm:t>
        <a:bodyPr/>
        <a:lstStyle/>
        <a:p>
          <a:r>
            <a:rPr lang="en-IE" dirty="0"/>
            <a:t>Team Form</a:t>
          </a:r>
        </a:p>
      </dgm:t>
    </dgm:pt>
    <dgm:pt modelId="{4908A1BE-68EE-4BB2-AE6F-60AA221B384D}" type="parTrans" cxnId="{F511A017-8E81-4ED7-BA5D-408C475CCC6D}">
      <dgm:prSet/>
      <dgm:spPr/>
      <dgm:t>
        <a:bodyPr/>
        <a:lstStyle/>
        <a:p>
          <a:endParaRPr lang="en-IE"/>
        </a:p>
      </dgm:t>
    </dgm:pt>
    <dgm:pt modelId="{44E5796B-BE3C-4201-B694-99E75CDA14E9}" type="sibTrans" cxnId="{F511A017-8E81-4ED7-BA5D-408C475CCC6D}">
      <dgm:prSet/>
      <dgm:spPr/>
      <dgm:t>
        <a:bodyPr/>
        <a:lstStyle/>
        <a:p>
          <a:endParaRPr lang="en-IE"/>
        </a:p>
      </dgm:t>
    </dgm:pt>
    <dgm:pt modelId="{6E717143-6A35-4540-924D-DC82A77FB209}">
      <dgm:prSet phldrT="[Text]" phldr="0"/>
      <dgm:spPr/>
      <dgm:t>
        <a:bodyPr/>
        <a:lstStyle/>
        <a:p>
          <a:r>
            <a:rPr lang="en-IE" dirty="0"/>
            <a:t>Home Advantage</a:t>
          </a:r>
        </a:p>
      </dgm:t>
    </dgm:pt>
    <dgm:pt modelId="{06CD1C6F-9370-44BE-8BAF-FCA0B9C78745}" type="parTrans" cxnId="{E55EA333-A3F7-48A2-B4C6-A87D5A3E0529}">
      <dgm:prSet/>
      <dgm:spPr/>
      <dgm:t>
        <a:bodyPr/>
        <a:lstStyle/>
        <a:p>
          <a:endParaRPr lang="en-IE"/>
        </a:p>
      </dgm:t>
    </dgm:pt>
    <dgm:pt modelId="{6D35648A-C3F9-422E-A64C-BA3644DA18C6}" type="sibTrans" cxnId="{E55EA333-A3F7-48A2-B4C6-A87D5A3E0529}">
      <dgm:prSet/>
      <dgm:spPr/>
      <dgm:t>
        <a:bodyPr/>
        <a:lstStyle/>
        <a:p>
          <a:endParaRPr lang="en-IE"/>
        </a:p>
      </dgm:t>
    </dgm:pt>
    <dgm:pt modelId="{541E8721-D670-4AA4-968A-AD05D836FFEF}">
      <dgm:prSet phldrT="[Text]" phldr="0"/>
      <dgm:spPr/>
      <dgm:t>
        <a:bodyPr/>
        <a:lstStyle/>
        <a:p>
          <a:r>
            <a:rPr lang="en-IE" dirty="0"/>
            <a:t>Rolling Statistics</a:t>
          </a:r>
        </a:p>
      </dgm:t>
    </dgm:pt>
    <dgm:pt modelId="{AF31B7C1-3D9F-4538-9520-618415345EF8}" type="parTrans" cxnId="{58D2E131-F45B-40CD-AD95-DB0D72E8519D}">
      <dgm:prSet/>
      <dgm:spPr/>
      <dgm:t>
        <a:bodyPr/>
        <a:lstStyle/>
        <a:p>
          <a:endParaRPr lang="en-IE"/>
        </a:p>
      </dgm:t>
    </dgm:pt>
    <dgm:pt modelId="{66E2A03C-AAD5-4132-A58A-A61090BA18A0}" type="sibTrans" cxnId="{58D2E131-F45B-40CD-AD95-DB0D72E8519D}">
      <dgm:prSet/>
      <dgm:spPr/>
      <dgm:t>
        <a:bodyPr/>
        <a:lstStyle/>
        <a:p>
          <a:endParaRPr lang="en-IE"/>
        </a:p>
      </dgm:t>
    </dgm:pt>
    <dgm:pt modelId="{90EABA5E-8417-48C2-82B3-C724FA9876E6}">
      <dgm:prSet phldrT="[Text]" phldr="0"/>
      <dgm:spPr/>
      <dgm:t>
        <a:bodyPr/>
        <a:lstStyle/>
        <a:p>
          <a:r>
            <a:rPr lang="en-IE" dirty="0"/>
            <a:t>Goal Trends</a:t>
          </a:r>
        </a:p>
      </dgm:t>
    </dgm:pt>
    <dgm:pt modelId="{E2342E8F-BDA7-4603-B220-4C47EBFF3C03}" type="parTrans" cxnId="{3A2D89E6-E4B7-4C66-9DEF-D145DD3EAA01}">
      <dgm:prSet/>
      <dgm:spPr/>
      <dgm:t>
        <a:bodyPr/>
        <a:lstStyle/>
        <a:p>
          <a:endParaRPr lang="en-IE"/>
        </a:p>
      </dgm:t>
    </dgm:pt>
    <dgm:pt modelId="{8EA73FA7-EC62-4367-9768-A062678623FB}" type="sibTrans" cxnId="{3A2D89E6-E4B7-4C66-9DEF-D145DD3EAA01}">
      <dgm:prSet/>
      <dgm:spPr/>
      <dgm:t>
        <a:bodyPr/>
        <a:lstStyle/>
        <a:p>
          <a:endParaRPr lang="en-IE"/>
        </a:p>
      </dgm:t>
    </dgm:pt>
    <dgm:pt modelId="{84C7BBBF-30E7-4DA4-8A76-D7939CDF4088}">
      <dgm:prSet phldrT="[Text]" phldr="0"/>
      <dgm:spPr/>
      <dgm:t>
        <a:bodyPr/>
        <a:lstStyle/>
        <a:p>
          <a:r>
            <a:rPr lang="en-IE" dirty="0"/>
            <a:t>Win Percentage</a:t>
          </a:r>
        </a:p>
      </dgm:t>
    </dgm:pt>
    <dgm:pt modelId="{FB0B00BA-4AD4-40E1-B165-A6DDE63056E4}" type="parTrans" cxnId="{5AAB61B3-2887-4B0E-96DF-86599FD2DBC0}">
      <dgm:prSet/>
      <dgm:spPr/>
      <dgm:t>
        <a:bodyPr/>
        <a:lstStyle/>
        <a:p>
          <a:endParaRPr lang="en-IE"/>
        </a:p>
      </dgm:t>
    </dgm:pt>
    <dgm:pt modelId="{2554C449-9A3C-4BEB-BF46-A07FAD4A2B41}" type="sibTrans" cxnId="{5AAB61B3-2887-4B0E-96DF-86599FD2DBC0}">
      <dgm:prSet/>
      <dgm:spPr/>
      <dgm:t>
        <a:bodyPr/>
        <a:lstStyle/>
        <a:p>
          <a:endParaRPr lang="en-IE"/>
        </a:p>
      </dgm:t>
    </dgm:pt>
    <dgm:pt modelId="{F876B3DB-81C6-45AB-AB4C-356FAB2A1B40}">
      <dgm:prSet phldrT="[Text]" phldr="0"/>
      <dgm:spPr/>
      <dgm:t>
        <a:bodyPr/>
        <a:lstStyle/>
        <a:p>
          <a:r>
            <a:rPr lang="en-IE" dirty="0"/>
            <a:t>League Comparisons</a:t>
          </a:r>
        </a:p>
      </dgm:t>
    </dgm:pt>
    <dgm:pt modelId="{D4135AB8-D96B-4003-9BD9-AF74897DF8D7}" type="parTrans" cxnId="{477D046D-0820-4C31-B05B-3BB8BBA12DC6}">
      <dgm:prSet/>
      <dgm:spPr/>
      <dgm:t>
        <a:bodyPr/>
        <a:lstStyle/>
        <a:p>
          <a:endParaRPr lang="en-IE"/>
        </a:p>
      </dgm:t>
    </dgm:pt>
    <dgm:pt modelId="{8A91AE29-9E22-40DE-9F6D-5101E65366D0}" type="sibTrans" cxnId="{477D046D-0820-4C31-B05B-3BB8BBA12DC6}">
      <dgm:prSet/>
      <dgm:spPr/>
      <dgm:t>
        <a:bodyPr/>
        <a:lstStyle/>
        <a:p>
          <a:endParaRPr lang="en-IE"/>
        </a:p>
      </dgm:t>
    </dgm:pt>
    <dgm:pt modelId="{FC07E4A1-BE24-436F-835E-5DFAB8F00174}">
      <dgm:prSet phldrT="[Text]" phldr="0"/>
      <dgm:spPr/>
      <dgm:t>
        <a:bodyPr/>
        <a:lstStyle/>
        <a:p>
          <a:r>
            <a:rPr lang="en-IE" dirty="0"/>
            <a:t>Accuracy</a:t>
          </a:r>
        </a:p>
      </dgm:t>
    </dgm:pt>
    <dgm:pt modelId="{54447B8E-7CA6-4316-89F3-AB5095E84666}" type="parTrans" cxnId="{7D76D644-3074-4E0C-8E36-AA4F67B74CA2}">
      <dgm:prSet/>
      <dgm:spPr/>
      <dgm:t>
        <a:bodyPr/>
        <a:lstStyle/>
        <a:p>
          <a:endParaRPr lang="en-IE"/>
        </a:p>
      </dgm:t>
    </dgm:pt>
    <dgm:pt modelId="{29F9C76A-CB1E-4D58-A7A5-15FBD5E27763}" type="sibTrans" cxnId="{7D76D644-3074-4E0C-8E36-AA4F67B74CA2}">
      <dgm:prSet/>
      <dgm:spPr/>
      <dgm:t>
        <a:bodyPr/>
        <a:lstStyle/>
        <a:p>
          <a:endParaRPr lang="en-IE"/>
        </a:p>
      </dgm:t>
    </dgm:pt>
    <dgm:pt modelId="{C303BAB5-9B6C-4DAD-8AB6-C9D95389C02B}">
      <dgm:prSet phldrT="[Text]" phldr="0"/>
      <dgm:spPr/>
      <dgm:t>
        <a:bodyPr/>
        <a:lstStyle/>
        <a:p>
          <a:r>
            <a:rPr lang="en-IE" dirty="0"/>
            <a:t>Precision</a:t>
          </a:r>
        </a:p>
      </dgm:t>
    </dgm:pt>
    <dgm:pt modelId="{6BA685C8-68A4-487A-A6F1-246AF3ABF47B}" type="parTrans" cxnId="{ADE957D5-70D8-4910-BDEE-0CFDCCC17B4B}">
      <dgm:prSet/>
      <dgm:spPr/>
      <dgm:t>
        <a:bodyPr/>
        <a:lstStyle/>
        <a:p>
          <a:endParaRPr lang="en-IE"/>
        </a:p>
      </dgm:t>
    </dgm:pt>
    <dgm:pt modelId="{3DEBB54E-0FEE-4CA7-A9D2-0EF7E533A116}" type="sibTrans" cxnId="{ADE957D5-70D8-4910-BDEE-0CFDCCC17B4B}">
      <dgm:prSet/>
      <dgm:spPr/>
      <dgm:t>
        <a:bodyPr/>
        <a:lstStyle/>
        <a:p>
          <a:endParaRPr lang="en-IE"/>
        </a:p>
      </dgm:t>
    </dgm:pt>
    <dgm:pt modelId="{05F7B466-79CD-4286-B48B-05164F773AB1}">
      <dgm:prSet phldrT="[Text]" phldr="0"/>
      <dgm:spPr/>
      <dgm:t>
        <a:bodyPr/>
        <a:lstStyle/>
        <a:p>
          <a:r>
            <a:rPr lang="en-IE" dirty="0"/>
            <a:t>Confusion Matrix</a:t>
          </a:r>
        </a:p>
      </dgm:t>
    </dgm:pt>
    <dgm:pt modelId="{F7B0B42D-6A2C-4368-B57A-1B096B93FB3D}" type="parTrans" cxnId="{CE65CE4B-4DD2-40F8-9254-74E6D0FC011A}">
      <dgm:prSet/>
      <dgm:spPr/>
      <dgm:t>
        <a:bodyPr/>
        <a:lstStyle/>
        <a:p>
          <a:endParaRPr lang="en-IE"/>
        </a:p>
      </dgm:t>
    </dgm:pt>
    <dgm:pt modelId="{E1014480-C3C3-4047-99B6-1B8C6C83E334}" type="sibTrans" cxnId="{CE65CE4B-4DD2-40F8-9254-74E6D0FC011A}">
      <dgm:prSet/>
      <dgm:spPr/>
      <dgm:t>
        <a:bodyPr/>
        <a:lstStyle/>
        <a:p>
          <a:endParaRPr lang="en-IE"/>
        </a:p>
      </dgm:t>
    </dgm:pt>
    <dgm:pt modelId="{2DA08C49-5599-4F5D-B812-7A9F175785C2}">
      <dgm:prSet phldrT="[Text]" phldr="0"/>
      <dgm:spPr/>
      <dgm:t>
        <a:bodyPr/>
        <a:lstStyle/>
        <a:p>
          <a:r>
            <a:rPr lang="en-IE"/>
            <a:t>Recall</a:t>
          </a:r>
          <a:endParaRPr lang="en-IE" dirty="0"/>
        </a:p>
      </dgm:t>
    </dgm:pt>
    <dgm:pt modelId="{C2F50556-334A-498A-A10E-842B1810FDD6}" type="parTrans" cxnId="{B3C7EE6A-B17B-43A0-B38B-A20821291F59}">
      <dgm:prSet/>
      <dgm:spPr/>
      <dgm:t>
        <a:bodyPr/>
        <a:lstStyle/>
        <a:p>
          <a:endParaRPr lang="en-IE"/>
        </a:p>
      </dgm:t>
    </dgm:pt>
    <dgm:pt modelId="{77EE0178-8111-4FC1-9FDF-8723363F7AAD}" type="sibTrans" cxnId="{B3C7EE6A-B17B-43A0-B38B-A20821291F59}">
      <dgm:prSet/>
      <dgm:spPr/>
      <dgm:t>
        <a:bodyPr/>
        <a:lstStyle/>
        <a:p>
          <a:endParaRPr lang="en-IE"/>
        </a:p>
      </dgm:t>
    </dgm:pt>
    <dgm:pt modelId="{EEE5EACD-8C4F-45E4-964E-99BDC983BF1B}">
      <dgm:prSet phldrT="[Text]" phldr="0"/>
      <dgm:spPr/>
      <dgm:t>
        <a:bodyPr/>
        <a:lstStyle/>
        <a:p>
          <a:r>
            <a:rPr lang="en-IE" dirty="0"/>
            <a:t>F1 Score</a:t>
          </a:r>
        </a:p>
      </dgm:t>
    </dgm:pt>
    <dgm:pt modelId="{CAFA33DB-CAAF-405E-98C2-3F1208D3717F}" type="parTrans" cxnId="{4B3EE12D-A5DD-4C64-B6FE-E5FFDCB8FFF8}">
      <dgm:prSet/>
      <dgm:spPr/>
      <dgm:t>
        <a:bodyPr/>
        <a:lstStyle/>
        <a:p>
          <a:endParaRPr lang="en-IE"/>
        </a:p>
      </dgm:t>
    </dgm:pt>
    <dgm:pt modelId="{9BF7AD2F-0F07-4BD2-8C5C-DDC1C429FDE6}" type="sibTrans" cxnId="{4B3EE12D-A5DD-4C64-B6FE-E5FFDCB8FFF8}">
      <dgm:prSet/>
      <dgm:spPr/>
      <dgm:t>
        <a:bodyPr/>
        <a:lstStyle/>
        <a:p>
          <a:endParaRPr lang="en-IE"/>
        </a:p>
      </dgm:t>
    </dgm:pt>
    <dgm:pt modelId="{8336A1E3-A0A3-409E-9080-394C06CBE0A7}">
      <dgm:prSet phldrT="[Text]" phldr="0"/>
      <dgm:spPr/>
      <dgm:t>
        <a:bodyPr/>
        <a:lstStyle/>
        <a:p>
          <a:r>
            <a:rPr lang="en-IE" dirty="0"/>
            <a:t>Performance Reporting</a:t>
          </a:r>
        </a:p>
      </dgm:t>
    </dgm:pt>
    <dgm:pt modelId="{97456AF7-D5F3-49FB-9F89-9F4EC977A9C5}" type="parTrans" cxnId="{05ACBD26-AA79-4652-A7E6-A163EE553933}">
      <dgm:prSet/>
      <dgm:spPr/>
      <dgm:t>
        <a:bodyPr/>
        <a:lstStyle/>
        <a:p>
          <a:endParaRPr lang="en-IE"/>
        </a:p>
      </dgm:t>
    </dgm:pt>
    <dgm:pt modelId="{24965FDA-A4E9-4F57-9DAE-71F1347863E3}" type="sibTrans" cxnId="{05ACBD26-AA79-4652-A7E6-A163EE553933}">
      <dgm:prSet/>
      <dgm:spPr/>
      <dgm:t>
        <a:bodyPr/>
        <a:lstStyle/>
        <a:p>
          <a:endParaRPr lang="en-IE"/>
        </a:p>
      </dgm:t>
    </dgm:pt>
    <dgm:pt modelId="{4EDC5782-0EE4-4F17-BF44-C63EA9BFED8E}">
      <dgm:prSet phldrT="[Text]" phldr="0"/>
      <dgm:spPr/>
      <dgm:t>
        <a:bodyPr/>
        <a:lstStyle/>
        <a:p>
          <a:r>
            <a:rPr lang="en-IE" dirty="0"/>
            <a:t>Model Comparison charts</a:t>
          </a:r>
        </a:p>
      </dgm:t>
    </dgm:pt>
    <dgm:pt modelId="{6F81892A-952C-43F3-9B84-89227086B4BC}" type="parTrans" cxnId="{F71B0506-B9C3-43F9-9396-A28DFCD4211B}">
      <dgm:prSet/>
      <dgm:spPr/>
      <dgm:t>
        <a:bodyPr/>
        <a:lstStyle/>
        <a:p>
          <a:endParaRPr lang="en-IE"/>
        </a:p>
      </dgm:t>
    </dgm:pt>
    <dgm:pt modelId="{E1D19B44-503A-4157-ADD5-885D5255B636}" type="sibTrans" cxnId="{F71B0506-B9C3-43F9-9396-A28DFCD4211B}">
      <dgm:prSet/>
      <dgm:spPr/>
      <dgm:t>
        <a:bodyPr/>
        <a:lstStyle/>
        <a:p>
          <a:endParaRPr lang="en-IE"/>
        </a:p>
      </dgm:t>
    </dgm:pt>
    <dgm:pt modelId="{73786259-91EC-423E-AB64-FB50B9A69F62}" type="pres">
      <dgm:prSet presAssocID="{3A4CDEE7-7287-436C-8156-7AD5415771C6}" presName="root" presStyleCnt="0">
        <dgm:presLayoutVars>
          <dgm:dir/>
          <dgm:resizeHandles val="exact"/>
        </dgm:presLayoutVars>
      </dgm:prSet>
      <dgm:spPr/>
    </dgm:pt>
    <dgm:pt modelId="{9FF38EDD-43B0-4A9A-B4E4-AE46AAC0DD0E}" type="pres">
      <dgm:prSet presAssocID="{3A4CDEE7-7287-436C-8156-7AD5415771C6}" presName="connLine" presStyleLbl="dkBgShp" presStyleIdx="0" presStyleCnt="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1DABFB5D-E0CE-4914-A7D1-483AD0CDA059}" type="pres">
      <dgm:prSet presAssocID="{3A4CDEE7-7287-436C-8156-7AD5415771C6}" presName="itemsFlow" presStyleCnt="0"/>
      <dgm:spPr/>
    </dgm:pt>
    <dgm:pt modelId="{F42EC894-783E-488F-8517-7775DDDBFE84}" type="pres">
      <dgm:prSet presAssocID="{B63386E1-E19E-4E71-8F89-68700D76FFEA}" presName="item" presStyleCnt="0"/>
      <dgm:spPr/>
    </dgm:pt>
    <dgm:pt modelId="{B90BBB39-7909-4AC4-A29D-97DC5A3C82CB}" type="pres">
      <dgm:prSet presAssocID="{B63386E1-E19E-4E71-8F89-68700D76FFEA}" presName="anchor" presStyleCnt="0"/>
      <dgm:spPr/>
    </dgm:pt>
    <dgm:pt modelId="{7B2970EA-21F3-45F3-8BEA-763F5788F99B}" type="pres">
      <dgm:prSet presAssocID="{B63386E1-E19E-4E71-8F89-68700D76FFEA}" presName="titleText" presStyleLbl="revTx" presStyleIdx="0" presStyleCnt="0">
        <dgm:presLayoutVars>
          <dgm:chMax val="0"/>
          <dgm:chPref val="0"/>
        </dgm:presLayoutVars>
      </dgm:prSet>
      <dgm:spPr/>
    </dgm:pt>
    <dgm:pt modelId="{E8D8B265-B6C6-451F-8784-A34D29B8C7CA}" type="pres">
      <dgm:prSet presAssocID="{B63386E1-E19E-4E71-8F89-68700D76FFEA}" presName="dot" presStyleLbl="node1" presStyleIdx="0" presStyleCnt="9"/>
      <dgm:spPr/>
    </dgm:pt>
    <dgm:pt modelId="{6B0D2AFA-D77E-4321-A687-4386CCC0B32D}" type="pres">
      <dgm:prSet presAssocID="{B63386E1-E19E-4E71-8F89-68700D76FFEA}" presName="descText" presStyleLbl="revTx" presStyleIdx="0" presStyleCnt="0">
        <dgm:presLayoutVars>
          <dgm:chMax val="0"/>
          <dgm:chPref val="0"/>
        </dgm:presLayoutVars>
      </dgm:prSet>
      <dgm:spPr/>
    </dgm:pt>
    <dgm:pt modelId="{C7C49DE5-C80F-4094-A206-ACB75A670D7B}" type="pres">
      <dgm:prSet presAssocID="{69AB6284-306D-439D-BEE3-0AE1D1681A58}" presName="spacer" presStyleCnt="0"/>
      <dgm:spPr/>
    </dgm:pt>
    <dgm:pt modelId="{0E8E65D3-5E1D-4C07-BC33-46F97706E940}" type="pres">
      <dgm:prSet presAssocID="{FB31C78A-A2DE-4C50-A2C9-D57560908A42}" presName="item" presStyleCnt="0"/>
      <dgm:spPr/>
    </dgm:pt>
    <dgm:pt modelId="{4D17E3B3-C0F6-47BC-BEB3-363E939E3584}" type="pres">
      <dgm:prSet presAssocID="{FB31C78A-A2DE-4C50-A2C9-D57560908A42}" presName="anchor" presStyleCnt="0"/>
      <dgm:spPr/>
    </dgm:pt>
    <dgm:pt modelId="{DEFFA1BE-CF3F-4E0B-B0C6-E2663C649C36}" type="pres">
      <dgm:prSet presAssocID="{FB31C78A-A2DE-4C50-A2C9-D57560908A42}" presName="titleText" presStyleLbl="revTx" presStyleIdx="0" presStyleCnt="0">
        <dgm:presLayoutVars>
          <dgm:chMax val="0"/>
          <dgm:chPref val="0"/>
        </dgm:presLayoutVars>
      </dgm:prSet>
      <dgm:spPr/>
    </dgm:pt>
    <dgm:pt modelId="{6D60092E-92EE-4D8F-A794-504BA7CBA3E9}" type="pres">
      <dgm:prSet presAssocID="{FB31C78A-A2DE-4C50-A2C9-D57560908A42}" presName="dot" presStyleLbl="node1" presStyleIdx="1" presStyleCnt="9"/>
      <dgm:spPr/>
    </dgm:pt>
    <dgm:pt modelId="{20F11095-BB1C-4647-B74D-119364A0EFD2}" type="pres">
      <dgm:prSet presAssocID="{FB31C78A-A2DE-4C50-A2C9-D57560908A42}" presName="descText" presStyleLbl="revTx" presStyleIdx="0" presStyleCnt="0">
        <dgm:presLayoutVars>
          <dgm:chMax val="0"/>
          <dgm:chPref val="0"/>
        </dgm:presLayoutVars>
      </dgm:prSet>
      <dgm:spPr/>
    </dgm:pt>
    <dgm:pt modelId="{1667DE2F-93BE-4919-B9FC-741F62F833F9}" type="pres">
      <dgm:prSet presAssocID="{6822682D-3DB7-4A2F-A23C-4A51544A8FAD}" presName="spacer" presStyleCnt="0"/>
      <dgm:spPr/>
    </dgm:pt>
    <dgm:pt modelId="{3C68632F-8073-4FA8-91A6-8178C7DD8AE4}" type="pres">
      <dgm:prSet presAssocID="{9DAB217D-04C0-4CBB-B609-51AB56C3D7D8}" presName="item" presStyleCnt="0"/>
      <dgm:spPr/>
    </dgm:pt>
    <dgm:pt modelId="{8419DDA6-079F-4498-A8CC-3E0EA50F9710}" type="pres">
      <dgm:prSet presAssocID="{9DAB217D-04C0-4CBB-B609-51AB56C3D7D8}" presName="anchor" presStyleCnt="0"/>
      <dgm:spPr/>
    </dgm:pt>
    <dgm:pt modelId="{F8F48CE4-C341-4057-83C5-067EAC87B1DA}" type="pres">
      <dgm:prSet presAssocID="{9DAB217D-04C0-4CBB-B609-51AB56C3D7D8}" presName="titleText" presStyleLbl="revTx" presStyleIdx="0" presStyleCnt="0">
        <dgm:presLayoutVars>
          <dgm:chMax val="0"/>
          <dgm:chPref val="0"/>
        </dgm:presLayoutVars>
      </dgm:prSet>
      <dgm:spPr/>
    </dgm:pt>
    <dgm:pt modelId="{508618D2-EB4A-400D-A4F1-C56162DD0708}" type="pres">
      <dgm:prSet presAssocID="{9DAB217D-04C0-4CBB-B609-51AB56C3D7D8}" presName="dot" presStyleLbl="node1" presStyleIdx="2" presStyleCnt="9"/>
      <dgm:spPr/>
    </dgm:pt>
    <dgm:pt modelId="{94C28ADC-6196-4C93-8299-50C0D156BBC8}" type="pres">
      <dgm:prSet presAssocID="{9DAB217D-04C0-4CBB-B609-51AB56C3D7D8}" presName="descText" presStyleLbl="revTx" presStyleIdx="0" presStyleCnt="0" custLinFactNeighborY="7329">
        <dgm:presLayoutVars>
          <dgm:chMax val="0"/>
          <dgm:chPref val="0"/>
        </dgm:presLayoutVars>
      </dgm:prSet>
      <dgm:spPr/>
    </dgm:pt>
    <dgm:pt modelId="{3F442A09-FEAD-44B8-A5FC-CA3E4D6131FB}" type="pres">
      <dgm:prSet presAssocID="{4B54FDBB-EFBA-4DCB-8FF7-79A53EE49F73}" presName="spacer" presStyleCnt="0"/>
      <dgm:spPr/>
    </dgm:pt>
    <dgm:pt modelId="{BEDE83FF-736E-412A-8618-BA40DB05ABA9}" type="pres">
      <dgm:prSet presAssocID="{48ECF253-5039-475F-9098-698EA9F0D34E}" presName="item" presStyleCnt="0"/>
      <dgm:spPr/>
    </dgm:pt>
    <dgm:pt modelId="{8B5D745E-6CBF-42A8-8E5C-CA9EE60FFCEC}" type="pres">
      <dgm:prSet presAssocID="{48ECF253-5039-475F-9098-698EA9F0D34E}" presName="anchor" presStyleCnt="0"/>
      <dgm:spPr/>
    </dgm:pt>
    <dgm:pt modelId="{8EDE1987-E2E3-4192-BDA5-5EEE0A37EBDD}" type="pres">
      <dgm:prSet presAssocID="{48ECF253-5039-475F-9098-698EA9F0D34E}" presName="titleText" presStyleLbl="revTx" presStyleIdx="0" presStyleCnt="0">
        <dgm:presLayoutVars>
          <dgm:chMax val="0"/>
          <dgm:chPref val="0"/>
        </dgm:presLayoutVars>
      </dgm:prSet>
      <dgm:spPr/>
    </dgm:pt>
    <dgm:pt modelId="{37091E21-D96E-4524-A45A-6A01399E46BB}" type="pres">
      <dgm:prSet presAssocID="{48ECF253-5039-475F-9098-698EA9F0D34E}" presName="dot" presStyleLbl="node1" presStyleIdx="3" presStyleCnt="9"/>
      <dgm:spPr/>
    </dgm:pt>
    <dgm:pt modelId="{22EDB2B2-2D79-4395-BA8B-6BC2A024D7EA}" type="pres">
      <dgm:prSet presAssocID="{48ECF253-5039-475F-9098-698EA9F0D34E}" presName="descText" presStyleLbl="revTx" presStyleIdx="0" presStyleCnt="0">
        <dgm:presLayoutVars>
          <dgm:chMax val="0"/>
          <dgm:chPref val="0"/>
        </dgm:presLayoutVars>
      </dgm:prSet>
      <dgm:spPr/>
    </dgm:pt>
    <dgm:pt modelId="{709032CB-5A67-4F46-9234-A9B8A154EDCD}" type="pres">
      <dgm:prSet presAssocID="{06D0E3D7-F941-40AC-8105-B378355519EB}" presName="spacer" presStyleCnt="0"/>
      <dgm:spPr/>
    </dgm:pt>
    <dgm:pt modelId="{31FABCA2-C38D-4885-ACA7-CF3AC1407933}" type="pres">
      <dgm:prSet presAssocID="{1B7994E6-D439-4D31-8A3C-05FA14842A89}" presName="item" presStyleCnt="0"/>
      <dgm:spPr/>
    </dgm:pt>
    <dgm:pt modelId="{594AE65E-DEC5-4B1A-8F5D-CF35E9A06360}" type="pres">
      <dgm:prSet presAssocID="{1B7994E6-D439-4D31-8A3C-05FA14842A89}" presName="anchor" presStyleCnt="0"/>
      <dgm:spPr/>
    </dgm:pt>
    <dgm:pt modelId="{F735DB6D-82A8-4437-A629-3CF65EBC0646}" type="pres">
      <dgm:prSet presAssocID="{1B7994E6-D439-4D31-8A3C-05FA14842A89}" presName="titleText" presStyleLbl="revTx" presStyleIdx="0" presStyleCnt="0">
        <dgm:presLayoutVars>
          <dgm:chMax val="0"/>
          <dgm:chPref val="0"/>
        </dgm:presLayoutVars>
      </dgm:prSet>
      <dgm:spPr/>
    </dgm:pt>
    <dgm:pt modelId="{6FDFEB3A-F3E7-4A52-9ACF-1C11CF24DE88}" type="pres">
      <dgm:prSet presAssocID="{1B7994E6-D439-4D31-8A3C-05FA14842A89}" presName="dot" presStyleLbl="node1" presStyleIdx="4" presStyleCnt="9"/>
      <dgm:spPr/>
    </dgm:pt>
    <dgm:pt modelId="{29302AB4-F7C7-4532-B14C-1A90D3EF1776}" type="pres">
      <dgm:prSet presAssocID="{1B7994E6-D439-4D31-8A3C-05FA14842A89}" presName="descText" presStyleLbl="revTx" presStyleIdx="0" presStyleCnt="0">
        <dgm:presLayoutVars>
          <dgm:chMax val="0"/>
          <dgm:chPref val="0"/>
        </dgm:presLayoutVars>
      </dgm:prSet>
      <dgm:spPr/>
    </dgm:pt>
    <dgm:pt modelId="{50F94964-214D-4711-BA19-776C87C9246D}" type="pres">
      <dgm:prSet presAssocID="{854F8101-E256-4771-B097-D20ABC3F32F8}" presName="spacer" presStyleCnt="0"/>
      <dgm:spPr/>
    </dgm:pt>
    <dgm:pt modelId="{718F8CC5-5260-4196-B131-EEFDF1EF8D99}" type="pres">
      <dgm:prSet presAssocID="{0BDB4E59-FE44-4948-8F17-4AD180AD2FEE}" presName="item" presStyleCnt="0"/>
      <dgm:spPr/>
    </dgm:pt>
    <dgm:pt modelId="{B183D81F-B6EC-47F0-982A-00263C483594}" type="pres">
      <dgm:prSet presAssocID="{0BDB4E59-FE44-4948-8F17-4AD180AD2FEE}" presName="anchor" presStyleCnt="0"/>
      <dgm:spPr/>
    </dgm:pt>
    <dgm:pt modelId="{CA2FD48D-5B4C-4EC3-A5AD-930E6DAB4AAF}" type="pres">
      <dgm:prSet presAssocID="{0BDB4E59-FE44-4948-8F17-4AD180AD2FEE}" presName="titleText" presStyleLbl="revTx" presStyleIdx="0" presStyleCnt="0">
        <dgm:presLayoutVars>
          <dgm:chMax val="0"/>
          <dgm:chPref val="0"/>
        </dgm:presLayoutVars>
      </dgm:prSet>
      <dgm:spPr/>
    </dgm:pt>
    <dgm:pt modelId="{3D789A55-C244-437A-BC88-9D7421CABA28}" type="pres">
      <dgm:prSet presAssocID="{0BDB4E59-FE44-4948-8F17-4AD180AD2FEE}" presName="dot" presStyleLbl="node1" presStyleIdx="5" presStyleCnt="9"/>
      <dgm:spPr/>
    </dgm:pt>
    <dgm:pt modelId="{8E6A5193-D9D4-4715-8A53-E7CE44B97D26}" type="pres">
      <dgm:prSet presAssocID="{0BDB4E59-FE44-4948-8F17-4AD180AD2FEE}" presName="descText" presStyleLbl="revTx" presStyleIdx="0" presStyleCnt="0">
        <dgm:presLayoutVars>
          <dgm:chMax val="0"/>
          <dgm:chPref val="0"/>
        </dgm:presLayoutVars>
      </dgm:prSet>
      <dgm:spPr/>
    </dgm:pt>
    <dgm:pt modelId="{7E04E242-84B0-4BB7-AB2C-0BE8174A381E}" type="pres">
      <dgm:prSet presAssocID="{316CCBD2-FA91-4F63-B786-698B879F2BE5}" presName="spacer" presStyleCnt="0"/>
      <dgm:spPr/>
    </dgm:pt>
    <dgm:pt modelId="{6E3959E5-D160-474B-8AF0-92B40AFD5318}" type="pres">
      <dgm:prSet presAssocID="{3B09FB11-8A23-48FF-BFE9-78CAB42A9A27}" presName="item" presStyleCnt="0"/>
      <dgm:spPr/>
    </dgm:pt>
    <dgm:pt modelId="{A8739E5E-3503-4932-9A0C-8B626E5CEC52}" type="pres">
      <dgm:prSet presAssocID="{3B09FB11-8A23-48FF-BFE9-78CAB42A9A27}" presName="anchor" presStyleCnt="0"/>
      <dgm:spPr/>
    </dgm:pt>
    <dgm:pt modelId="{AEB5763A-A3A2-41C2-942D-11ECA5B689CB}" type="pres">
      <dgm:prSet presAssocID="{3B09FB11-8A23-48FF-BFE9-78CAB42A9A27}" presName="titleText" presStyleLbl="revTx" presStyleIdx="0" presStyleCnt="0">
        <dgm:presLayoutVars>
          <dgm:chMax val="0"/>
          <dgm:chPref val="0"/>
        </dgm:presLayoutVars>
      </dgm:prSet>
      <dgm:spPr/>
    </dgm:pt>
    <dgm:pt modelId="{5FEE1B28-4D0F-4175-BEB1-F7382E2DC6B4}" type="pres">
      <dgm:prSet presAssocID="{3B09FB11-8A23-48FF-BFE9-78CAB42A9A27}" presName="dot" presStyleLbl="node1" presStyleIdx="6" presStyleCnt="9"/>
      <dgm:spPr/>
    </dgm:pt>
    <dgm:pt modelId="{E554140B-98D3-46A8-9C01-D20FB6CE3A1C}" type="pres">
      <dgm:prSet presAssocID="{3B09FB11-8A23-48FF-BFE9-78CAB42A9A27}" presName="descText" presStyleLbl="revTx" presStyleIdx="0" presStyleCnt="0">
        <dgm:presLayoutVars>
          <dgm:chMax val="0"/>
          <dgm:chPref val="0"/>
        </dgm:presLayoutVars>
      </dgm:prSet>
      <dgm:spPr/>
    </dgm:pt>
    <dgm:pt modelId="{12E74098-5C48-4068-A3D1-E26AE0B08C9B}" type="pres">
      <dgm:prSet presAssocID="{0F5F56EA-6EA4-40AE-B8F2-AC040C7417E8}" presName="spacer" presStyleCnt="0"/>
      <dgm:spPr/>
    </dgm:pt>
    <dgm:pt modelId="{1824D261-EFB1-4D53-A811-EAF927E64BA5}" type="pres">
      <dgm:prSet presAssocID="{69B92D20-A9C1-47B8-BC7C-C2B74D506D4D}" presName="item" presStyleCnt="0"/>
      <dgm:spPr/>
    </dgm:pt>
    <dgm:pt modelId="{87E14DE9-1A9F-42EF-964B-A9371B6420AC}" type="pres">
      <dgm:prSet presAssocID="{69B92D20-A9C1-47B8-BC7C-C2B74D506D4D}" presName="anchor" presStyleCnt="0"/>
      <dgm:spPr/>
    </dgm:pt>
    <dgm:pt modelId="{E576AFDF-9639-465E-B9C8-12F92B8B3B5B}" type="pres">
      <dgm:prSet presAssocID="{69B92D20-A9C1-47B8-BC7C-C2B74D506D4D}" presName="titleText" presStyleLbl="revTx" presStyleIdx="0" presStyleCnt="0">
        <dgm:presLayoutVars>
          <dgm:chMax val="0"/>
          <dgm:chPref val="0"/>
        </dgm:presLayoutVars>
      </dgm:prSet>
      <dgm:spPr/>
    </dgm:pt>
    <dgm:pt modelId="{57AA703B-F8E1-4E54-AFE1-8E2895244C25}" type="pres">
      <dgm:prSet presAssocID="{69B92D20-A9C1-47B8-BC7C-C2B74D506D4D}" presName="dot" presStyleLbl="node1" presStyleIdx="7" presStyleCnt="9"/>
      <dgm:spPr/>
    </dgm:pt>
    <dgm:pt modelId="{952289D8-E9E4-4AB8-A2A7-605EE29628E4}" type="pres">
      <dgm:prSet presAssocID="{69B92D20-A9C1-47B8-BC7C-C2B74D506D4D}" presName="descText" presStyleLbl="revTx" presStyleIdx="0" presStyleCnt="0">
        <dgm:presLayoutVars>
          <dgm:chMax val="0"/>
          <dgm:chPref val="0"/>
        </dgm:presLayoutVars>
      </dgm:prSet>
      <dgm:spPr/>
    </dgm:pt>
    <dgm:pt modelId="{97CCBC7F-6AC1-424F-B92A-065DD61D7C1A}" type="pres">
      <dgm:prSet presAssocID="{1898FF5E-D51B-4B16-93C2-4A1DA8D2A727}" presName="spacer" presStyleCnt="0"/>
      <dgm:spPr/>
    </dgm:pt>
    <dgm:pt modelId="{BA3A26D0-50FE-4032-8B7A-A935D7713452}" type="pres">
      <dgm:prSet presAssocID="{AC0C51E0-C18D-48C0-B378-390C556F4996}" presName="item" presStyleCnt="0"/>
      <dgm:spPr/>
    </dgm:pt>
    <dgm:pt modelId="{65BD53C9-2CD8-411D-8A5A-7A9E7E0737E8}" type="pres">
      <dgm:prSet presAssocID="{AC0C51E0-C18D-48C0-B378-390C556F4996}" presName="anchor" presStyleCnt="0"/>
      <dgm:spPr/>
    </dgm:pt>
    <dgm:pt modelId="{967E96B1-9801-4735-9337-4E37113A8048}" type="pres">
      <dgm:prSet presAssocID="{AC0C51E0-C18D-48C0-B378-390C556F4996}" presName="titleText" presStyleLbl="revTx" presStyleIdx="0" presStyleCnt="0">
        <dgm:presLayoutVars>
          <dgm:chMax val="0"/>
          <dgm:chPref val="0"/>
        </dgm:presLayoutVars>
      </dgm:prSet>
      <dgm:spPr/>
    </dgm:pt>
    <dgm:pt modelId="{0015C149-5A43-41ED-9824-1FEDC02F762D}" type="pres">
      <dgm:prSet presAssocID="{AC0C51E0-C18D-48C0-B378-390C556F4996}" presName="dot" presStyleLbl="node1" presStyleIdx="8" presStyleCnt="9"/>
      <dgm:spPr/>
    </dgm:pt>
    <dgm:pt modelId="{211F22AF-20DB-452F-8C4A-ACE81689714D}" type="pres">
      <dgm:prSet presAssocID="{AC0C51E0-C18D-48C0-B378-390C556F4996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F71B0506-B9C3-43F9-9396-A28DFCD4211B}" srcId="{AC0C51E0-C18D-48C0-B378-390C556F4996}" destId="{4EDC5782-0EE4-4F17-BF44-C63EA9BFED8E}" srcOrd="1" destOrd="0" parTransId="{6F81892A-952C-43F3-9B84-89227086B4BC}" sibTransId="{E1D19B44-503A-4157-ADD5-885D5255B636}"/>
    <dgm:cxn modelId="{6F405B06-69D1-4D28-BC48-E17746C3EC74}" type="presOf" srcId="{B63386E1-E19E-4E71-8F89-68700D76FFEA}" destId="{7B2970EA-21F3-45F3-8BEA-763F5788F99B}" srcOrd="0" destOrd="0" presId="urn:microsoft.com/office/officeart/2026/layout/SmallDotsVertical"/>
    <dgm:cxn modelId="{59E93D0E-8779-4947-88EE-8AB70C3AAC13}" type="presOf" srcId="{97A4A5D8-8B2B-421A-99DE-45024BAD8F82}" destId="{6B0D2AFA-D77E-4321-A687-4386CCC0B32D}" srcOrd="0" destOrd="1" presId="urn:microsoft.com/office/officeart/2026/layout/SmallDotsVertical"/>
    <dgm:cxn modelId="{F511A017-8E81-4ED7-BA5D-408C475CCC6D}" srcId="{1B7994E6-D439-4D31-8A3C-05FA14842A89}" destId="{8BA56C03-0F62-43C4-B02C-12C21E668759}" srcOrd="0" destOrd="0" parTransId="{4908A1BE-68EE-4BB2-AE6F-60AA221B384D}" sibTransId="{44E5796B-BE3C-4201-B694-99E75CDA14E9}"/>
    <dgm:cxn modelId="{0243611C-BA5A-4CED-B354-023D6CEB7E1A}" type="presOf" srcId="{EA0E4B4B-05B8-40EB-9231-B22C1983E4A3}" destId="{20F11095-BB1C-4647-B74D-119364A0EFD2}" srcOrd="0" destOrd="0" presId="urn:microsoft.com/office/officeart/2026/layout/SmallDotsVertical"/>
    <dgm:cxn modelId="{FADF281E-C800-4343-970F-00F1CBCA0F87}" srcId="{3A4CDEE7-7287-436C-8156-7AD5415771C6}" destId="{3B09FB11-8A23-48FF-BFE9-78CAB42A9A27}" srcOrd="6" destOrd="0" parTransId="{DF759DAE-AF32-4DAB-9597-60F938F87296}" sibTransId="{0F5F56EA-6EA4-40AE-B8F2-AC040C7417E8}"/>
    <dgm:cxn modelId="{59D5AF1E-E569-4CF8-808A-BBB2506451D1}" type="presOf" srcId="{69B92D20-A9C1-47B8-BC7C-C2B74D506D4D}" destId="{E576AFDF-9639-465E-B9C8-12F92B8B3B5B}" srcOrd="0" destOrd="0" presId="urn:microsoft.com/office/officeart/2026/layout/SmallDotsVertical"/>
    <dgm:cxn modelId="{9058F01E-2679-4E19-96A3-F9093FCFDF83}" srcId="{48ECF253-5039-475F-9098-698EA9F0D34E}" destId="{DCC3D744-2CA0-4574-820C-C1CD0402A47C}" srcOrd="0" destOrd="0" parTransId="{9F35C77B-E34A-4495-AB82-D96BC8A367B3}" sibTransId="{D9B4D066-89E3-424B-9017-40917DE31D34}"/>
    <dgm:cxn modelId="{7CA51221-E8A2-4CD8-973A-147404BE8571}" srcId="{3B09FB11-8A23-48FF-BFE9-78CAB42A9A27}" destId="{0C2FC735-0B7B-4E3C-AC40-36F3571747EA}" srcOrd="1" destOrd="0" parTransId="{A0D5CF86-BE3E-45B7-B153-8A61468D3C00}" sibTransId="{A769CC58-DF99-4FDC-922C-F89C92B68F3B}"/>
    <dgm:cxn modelId="{5A288025-8463-482F-9097-1005F9DB45D4}" type="presOf" srcId="{4EDC5782-0EE4-4F17-BF44-C63EA9BFED8E}" destId="{211F22AF-20DB-452F-8C4A-ACE81689714D}" srcOrd="0" destOrd="1" presId="urn:microsoft.com/office/officeart/2026/layout/SmallDotsVertical"/>
    <dgm:cxn modelId="{05ACBD26-AA79-4652-A7E6-A163EE553933}" srcId="{AC0C51E0-C18D-48C0-B378-390C556F4996}" destId="{8336A1E3-A0A3-409E-9080-394C06CBE0A7}" srcOrd="0" destOrd="0" parTransId="{97456AF7-D5F3-49FB-9F89-9F4EC977A9C5}" sibTransId="{24965FDA-A4E9-4F57-9DAE-71F1347863E3}"/>
    <dgm:cxn modelId="{8162172B-46D9-4C0B-8B51-38D2C72DD2DE}" srcId="{9DAB217D-04C0-4CBB-B609-51AB56C3D7D8}" destId="{D275F21A-4168-4005-8099-20A15DF83EB0}" srcOrd="0" destOrd="0" parTransId="{02E510D9-45A6-479B-94C2-58395EFB48F1}" sibTransId="{89BBC5A2-F01A-4397-84DD-9DE7DF2EA425}"/>
    <dgm:cxn modelId="{4B3EE12D-A5DD-4C64-B6FE-E5FFDCB8FFF8}" srcId="{69B92D20-A9C1-47B8-BC7C-C2B74D506D4D}" destId="{EEE5EACD-8C4F-45E4-964E-99BDC983BF1B}" srcOrd="3" destOrd="0" parTransId="{CAFA33DB-CAAF-405E-98C2-3F1208D3717F}" sibTransId="{9BF7AD2F-0F07-4BD2-8C5C-DDC1C429FDE6}"/>
    <dgm:cxn modelId="{877E542F-E0EE-477A-92CB-9E595E6A0D20}" type="presOf" srcId="{DCC3D744-2CA0-4574-820C-C1CD0402A47C}" destId="{22EDB2B2-2D79-4395-BA8B-6BC2A024D7EA}" srcOrd="0" destOrd="0" presId="urn:microsoft.com/office/officeart/2026/layout/SmallDotsVertical"/>
    <dgm:cxn modelId="{58D2E131-F45B-40CD-AD95-DB0D72E8519D}" srcId="{1B7994E6-D439-4D31-8A3C-05FA14842A89}" destId="{541E8721-D670-4AA4-968A-AD05D836FFEF}" srcOrd="2" destOrd="0" parTransId="{AF31B7C1-3D9F-4538-9520-618415345EF8}" sibTransId="{66E2A03C-AAD5-4132-A58A-A61090BA18A0}"/>
    <dgm:cxn modelId="{E55EA333-A3F7-48A2-B4C6-A87D5A3E0529}" srcId="{1B7994E6-D439-4D31-8A3C-05FA14842A89}" destId="{6E717143-6A35-4540-924D-DC82A77FB209}" srcOrd="1" destOrd="0" parTransId="{06CD1C6F-9370-44BE-8BAF-FCA0B9C78745}" sibTransId="{6D35648A-C3F9-422E-A64C-BA3644DA18C6}"/>
    <dgm:cxn modelId="{FB056A5F-F681-43DF-BADA-DA7437BFEFF1}" type="presOf" srcId="{3A4CDEE7-7287-436C-8156-7AD5415771C6}" destId="{73786259-91EC-423E-AB64-FB50B9A69F62}" srcOrd="0" destOrd="0" presId="urn:microsoft.com/office/officeart/2026/layout/SmallDotsVertical"/>
    <dgm:cxn modelId="{7D76D644-3074-4E0C-8E36-AA4F67B74CA2}" srcId="{69B92D20-A9C1-47B8-BC7C-C2B74D506D4D}" destId="{FC07E4A1-BE24-436F-835E-5DFAB8F00174}" srcOrd="0" destOrd="0" parTransId="{54447B8E-7CA6-4316-89F3-AB5095E84666}" sibTransId="{29F9C76A-CB1E-4D58-A7A5-15FBD5E27763}"/>
    <dgm:cxn modelId="{DA31C769-E455-4DFB-9F61-C9CED769DD1A}" srcId="{B63386E1-E19E-4E71-8F89-68700D76FFEA}" destId="{8C26BC24-1EC1-45C8-B87F-F5C8B6386D29}" srcOrd="0" destOrd="0" parTransId="{B410AFE0-EABD-423A-8A06-9819A5F4405B}" sibTransId="{EF75545E-BF4A-4040-AA8F-944FC9854890}"/>
    <dgm:cxn modelId="{B3C7EE6A-B17B-43A0-B38B-A20821291F59}" srcId="{69B92D20-A9C1-47B8-BC7C-C2B74D506D4D}" destId="{2DA08C49-5599-4F5D-B812-7A9F175785C2}" srcOrd="2" destOrd="0" parTransId="{C2F50556-334A-498A-A10E-842B1810FDD6}" sibTransId="{77EE0178-8111-4FC1-9FDF-8723363F7AAD}"/>
    <dgm:cxn modelId="{CE65CE4B-4DD2-40F8-9254-74E6D0FC011A}" srcId="{69B92D20-A9C1-47B8-BC7C-C2B74D506D4D}" destId="{05F7B466-79CD-4286-B48B-05164F773AB1}" srcOrd="4" destOrd="0" parTransId="{F7B0B42D-6A2C-4368-B57A-1B096B93FB3D}" sibTransId="{E1014480-C3C3-4047-99B6-1B8C6C83E334}"/>
    <dgm:cxn modelId="{477D046D-0820-4C31-B05B-3BB8BBA12DC6}" srcId="{0BDB4E59-FE44-4948-8F17-4AD180AD2FEE}" destId="{F876B3DB-81C6-45AB-AB4C-356FAB2A1B40}" srcOrd="2" destOrd="0" parTransId="{D4135AB8-D96B-4003-9BD9-AF74897DF8D7}" sibTransId="{8A91AE29-9E22-40DE-9F6D-5101E65366D0}"/>
    <dgm:cxn modelId="{61097D4D-182C-4BB7-967F-7F77BC8DB2BB}" type="presOf" srcId="{C303BAB5-9B6C-4DAD-8AB6-C9D95389C02B}" destId="{952289D8-E9E4-4AB8-A2A7-605EE29628E4}" srcOrd="0" destOrd="1" presId="urn:microsoft.com/office/officeart/2026/layout/SmallDotsVertical"/>
    <dgm:cxn modelId="{7BC95C70-575D-4A6B-9737-5A0DD31CD665}" type="presOf" srcId="{FC07E4A1-BE24-436F-835E-5DFAB8F00174}" destId="{952289D8-E9E4-4AB8-A2A7-605EE29628E4}" srcOrd="0" destOrd="0" presId="urn:microsoft.com/office/officeart/2026/layout/SmallDotsVertical"/>
    <dgm:cxn modelId="{D1745870-B849-4B2A-9D61-8602A9D05B81}" type="presOf" srcId="{8BA56C03-0F62-43C4-B02C-12C21E668759}" destId="{29302AB4-F7C7-4532-B14C-1A90D3EF1776}" srcOrd="0" destOrd="0" presId="urn:microsoft.com/office/officeart/2026/layout/SmallDotsVertical"/>
    <dgm:cxn modelId="{B15B1272-4015-434D-94F6-D9140705F0CC}" type="presOf" srcId="{B39D7999-D0D7-47E3-8669-93B24E9FCA8F}" destId="{E554140B-98D3-46A8-9C01-D20FB6CE3A1C}" srcOrd="0" destOrd="2" presId="urn:microsoft.com/office/officeart/2026/layout/SmallDotsVertical"/>
    <dgm:cxn modelId="{1459BC55-1C07-4C96-8C4B-5BDB282F8519}" type="presOf" srcId="{F876B3DB-81C6-45AB-AB4C-356FAB2A1B40}" destId="{8E6A5193-D9D4-4715-8A53-E7CE44B97D26}" srcOrd="0" destOrd="2" presId="urn:microsoft.com/office/officeart/2026/layout/SmallDotsVertical"/>
    <dgm:cxn modelId="{31EF1176-D853-4318-8A4B-8FF3438429A6}" type="presOf" srcId="{9720A73C-474F-4C04-9370-B2DB08878B0D}" destId="{E554140B-98D3-46A8-9C01-D20FB6CE3A1C}" srcOrd="0" destOrd="0" presId="urn:microsoft.com/office/officeart/2026/layout/SmallDotsVertical"/>
    <dgm:cxn modelId="{E4773D59-9B86-4A49-B745-EC925FD7064C}" type="presOf" srcId="{9DAB217D-04C0-4CBB-B609-51AB56C3D7D8}" destId="{F8F48CE4-C341-4057-83C5-067EAC87B1DA}" srcOrd="0" destOrd="0" presId="urn:microsoft.com/office/officeart/2026/layout/SmallDotsVertical"/>
    <dgm:cxn modelId="{5F122A7A-048F-42D7-8B5F-254DA70628CD}" type="presOf" srcId="{48ECF253-5039-475F-9098-698EA9F0D34E}" destId="{8EDE1987-E2E3-4192-BDA5-5EEE0A37EBDD}" srcOrd="0" destOrd="0" presId="urn:microsoft.com/office/officeart/2026/layout/SmallDotsVertical"/>
    <dgm:cxn modelId="{3E1D9A7B-FD4E-4787-A794-0DF43AA90B81}" type="presOf" srcId="{6E717143-6A35-4540-924D-DC82A77FB209}" destId="{29302AB4-F7C7-4532-B14C-1A90D3EF1776}" srcOrd="0" destOrd="1" presId="urn:microsoft.com/office/officeart/2026/layout/SmallDotsVertical"/>
    <dgm:cxn modelId="{0185C67C-0697-4C10-AC62-555C015EE8B2}" type="presOf" srcId="{3B09FB11-8A23-48FF-BFE9-78CAB42A9A27}" destId="{AEB5763A-A3A2-41C2-942D-11ECA5B689CB}" srcOrd="0" destOrd="0" presId="urn:microsoft.com/office/officeart/2026/layout/SmallDotsVertical"/>
    <dgm:cxn modelId="{7CB6317D-AD18-43CA-8AD1-976D82C75188}" srcId="{3B09FB11-8A23-48FF-BFE9-78CAB42A9A27}" destId="{809CB5B9-44A2-4674-A4F3-01EA5F529587}" srcOrd="3" destOrd="0" parTransId="{E9738B33-C81F-4286-B1A0-AA78D4C74BC4}" sibTransId="{D67690A5-0312-4EB2-8EC8-2B521E2F0AA5}"/>
    <dgm:cxn modelId="{26E1A891-D017-40F1-8FC6-9CB74B689EF7}" type="presOf" srcId="{2DA08C49-5599-4F5D-B812-7A9F175785C2}" destId="{952289D8-E9E4-4AB8-A2A7-605EE29628E4}" srcOrd="0" destOrd="2" presId="urn:microsoft.com/office/officeart/2026/layout/SmallDotsVertical"/>
    <dgm:cxn modelId="{1B0EE392-6F2C-4C05-89B9-267A7CF6A9B8}" srcId="{3A4CDEE7-7287-436C-8156-7AD5415771C6}" destId="{0BDB4E59-FE44-4948-8F17-4AD180AD2FEE}" srcOrd="5" destOrd="0" parTransId="{14091C1B-A746-4341-842B-808301196D72}" sibTransId="{316CCBD2-FA91-4F63-B786-698B879F2BE5}"/>
    <dgm:cxn modelId="{0250CE93-0DCF-4C38-BC0E-0BBCC3DB1917}" srcId="{3A4CDEE7-7287-436C-8156-7AD5415771C6}" destId="{69B92D20-A9C1-47B8-BC7C-C2B74D506D4D}" srcOrd="7" destOrd="0" parTransId="{FF0A53F4-B191-4B50-95BB-370BCEB3D3A2}" sibTransId="{1898FF5E-D51B-4B16-93C2-4A1DA8D2A727}"/>
    <dgm:cxn modelId="{AD8B1F99-F798-4943-A3E8-E34C48D9B6E0}" srcId="{3A4CDEE7-7287-436C-8156-7AD5415771C6}" destId="{9DAB217D-04C0-4CBB-B609-51AB56C3D7D8}" srcOrd="2" destOrd="0" parTransId="{3463AA0E-802D-4650-BCF4-649434A3C15B}" sibTransId="{4B54FDBB-EFBA-4DCB-8FF7-79A53EE49F73}"/>
    <dgm:cxn modelId="{D3C1CF99-CCEE-4A83-8A25-68C1A5AC18AE}" type="presOf" srcId="{1B7994E6-D439-4D31-8A3C-05FA14842A89}" destId="{F735DB6D-82A8-4437-A629-3CF65EBC0646}" srcOrd="0" destOrd="0" presId="urn:microsoft.com/office/officeart/2026/layout/SmallDotsVertical"/>
    <dgm:cxn modelId="{28902D9E-3F40-4FA6-ADA7-A9E5F6060E0F}" type="presOf" srcId="{FB31C78A-A2DE-4C50-A2C9-D57560908A42}" destId="{DEFFA1BE-CF3F-4E0B-B0C6-E2663C649C36}" srcOrd="0" destOrd="0" presId="urn:microsoft.com/office/officeart/2026/layout/SmallDotsVertical"/>
    <dgm:cxn modelId="{5AAB61B3-2887-4B0E-96DF-86599FD2DBC0}" srcId="{0BDB4E59-FE44-4948-8F17-4AD180AD2FEE}" destId="{84C7BBBF-30E7-4DA4-8A76-D7939CDF4088}" srcOrd="1" destOrd="0" parTransId="{FB0B00BA-4AD4-40E1-B165-A6DDE63056E4}" sibTransId="{2554C449-9A3C-4BEB-BF46-A07FAD4A2B41}"/>
    <dgm:cxn modelId="{A36C3EB5-934B-4FF7-A178-1651E1B95068}" type="presOf" srcId="{AC0C51E0-C18D-48C0-B378-390C556F4996}" destId="{967E96B1-9801-4735-9337-4E37113A8048}" srcOrd="0" destOrd="0" presId="urn:microsoft.com/office/officeart/2026/layout/SmallDotsVertical"/>
    <dgm:cxn modelId="{44808FB5-7895-449E-91BB-4724CA314E06}" type="presOf" srcId="{84C7BBBF-30E7-4DA4-8A76-D7939CDF4088}" destId="{8E6A5193-D9D4-4715-8A53-E7CE44B97D26}" srcOrd="0" destOrd="1" presId="urn:microsoft.com/office/officeart/2026/layout/SmallDotsVertical"/>
    <dgm:cxn modelId="{2DAA24BC-0F42-4BDC-90C7-C1612F4D40E3}" type="presOf" srcId="{9D874270-04B5-45D5-8EF3-FE5E9B1F6D19}" destId="{94C28ADC-6196-4C93-8299-50C0D156BBC8}" srcOrd="0" destOrd="1" presId="urn:microsoft.com/office/officeart/2026/layout/SmallDotsVertical"/>
    <dgm:cxn modelId="{49BC39C0-5F90-4921-A1EC-573B7B42DB3C}" srcId="{3B09FB11-8A23-48FF-BFE9-78CAB42A9A27}" destId="{B39D7999-D0D7-47E3-8669-93B24E9FCA8F}" srcOrd="2" destOrd="0" parTransId="{70B50524-C9F7-4DC6-98F5-ADFBD9C853CE}" sibTransId="{B29D07E2-882A-4FF7-9506-32F91EDDADAA}"/>
    <dgm:cxn modelId="{BA82B2C0-785E-432F-B609-2203DFEE6B21}" srcId="{3A4CDEE7-7287-436C-8156-7AD5415771C6}" destId="{FB31C78A-A2DE-4C50-A2C9-D57560908A42}" srcOrd="1" destOrd="0" parTransId="{A3CE4BBF-A148-49E0-881E-BBDD3F845500}" sibTransId="{6822682D-3DB7-4A2F-A23C-4A51544A8FAD}"/>
    <dgm:cxn modelId="{A342F5C2-3585-4F4D-AC0E-75AA0654A598}" srcId="{9DAB217D-04C0-4CBB-B609-51AB56C3D7D8}" destId="{6AC35156-8525-42DF-8F07-365774A6A6D3}" srcOrd="2" destOrd="0" parTransId="{87AF0BE0-4A5B-4B61-9054-BCDF76D3B438}" sibTransId="{576DC7A0-8F11-4346-968C-905C464CC87F}"/>
    <dgm:cxn modelId="{8D2FA8C5-415E-4BB1-81DF-7F9B19C40717}" srcId="{FB31C78A-A2DE-4C50-A2C9-D57560908A42}" destId="{EA0E4B4B-05B8-40EB-9231-B22C1983E4A3}" srcOrd="0" destOrd="0" parTransId="{CECE2CD1-FA4B-4A8D-BF7B-E55D806B5ECA}" sibTransId="{1FB6914F-8AD0-4200-B4B2-CA278B1868FC}"/>
    <dgm:cxn modelId="{449C42C9-25D4-4896-ABBA-3B0535F64D9F}" type="presOf" srcId="{541E8721-D670-4AA4-968A-AD05D836FFEF}" destId="{29302AB4-F7C7-4532-B14C-1A90D3EF1776}" srcOrd="0" destOrd="2" presId="urn:microsoft.com/office/officeart/2026/layout/SmallDotsVertical"/>
    <dgm:cxn modelId="{50499BCC-272B-47AC-9F31-D8171B1C8440}" srcId="{9DAB217D-04C0-4CBB-B609-51AB56C3D7D8}" destId="{9D874270-04B5-45D5-8EF3-FE5E9B1F6D19}" srcOrd="1" destOrd="0" parTransId="{386F2573-FDCF-4F89-ADE4-53135225CE75}" sibTransId="{A89FEB7A-EE4D-4240-AFBC-A91FD54C51BA}"/>
    <dgm:cxn modelId="{7BE8ADCC-AFF4-4C59-B03C-CC3EA2B5E4FD}" srcId="{3A4CDEE7-7287-436C-8156-7AD5415771C6}" destId="{1B7994E6-D439-4D31-8A3C-05FA14842A89}" srcOrd="4" destOrd="0" parTransId="{A410FB63-D8BD-4EBE-8C9B-6CAA4C8B1042}" sibTransId="{854F8101-E256-4771-B097-D20ABC3F32F8}"/>
    <dgm:cxn modelId="{479D18CD-9162-4A12-AFB1-C0CE9F7A46BE}" type="presOf" srcId="{0BDB4E59-FE44-4948-8F17-4AD180AD2FEE}" destId="{CA2FD48D-5B4C-4EC3-A5AD-930E6DAB4AAF}" srcOrd="0" destOrd="0" presId="urn:microsoft.com/office/officeart/2026/layout/SmallDotsVertical"/>
    <dgm:cxn modelId="{BD7868CF-9018-41F4-9024-7F6E14ED844A}" type="presOf" srcId="{8C26BC24-1EC1-45C8-B87F-F5C8B6386D29}" destId="{6B0D2AFA-D77E-4321-A687-4386CCC0B32D}" srcOrd="0" destOrd="0" presId="urn:microsoft.com/office/officeart/2026/layout/SmallDotsVertical"/>
    <dgm:cxn modelId="{E91F76CF-74C2-4C23-8A84-F2FFB0DA5D72}" type="presOf" srcId="{809CB5B9-44A2-4674-A4F3-01EA5F529587}" destId="{E554140B-98D3-46A8-9C01-D20FB6CE3A1C}" srcOrd="0" destOrd="3" presId="urn:microsoft.com/office/officeart/2026/layout/SmallDotsVertical"/>
    <dgm:cxn modelId="{3977AAD3-A626-4E50-B7EC-6F906150AD0D}" srcId="{B63386E1-E19E-4E71-8F89-68700D76FFEA}" destId="{97A4A5D8-8B2B-421A-99DE-45024BAD8F82}" srcOrd="1" destOrd="0" parTransId="{71866EE1-D59C-4E33-A94D-05910773472E}" sibTransId="{6CE0C78C-737F-44E9-86B5-167EA8553EE9}"/>
    <dgm:cxn modelId="{ADE957D5-70D8-4910-BDEE-0CFDCCC17B4B}" srcId="{69B92D20-A9C1-47B8-BC7C-C2B74D506D4D}" destId="{C303BAB5-9B6C-4DAD-8AB6-C9D95389C02B}" srcOrd="1" destOrd="0" parTransId="{6BA685C8-68A4-487A-A6F1-246AF3ABF47B}" sibTransId="{3DEBB54E-0FEE-4CA7-A9D2-0EF7E533A116}"/>
    <dgm:cxn modelId="{69E5CED6-A8BA-4DB3-BAF8-792EA2C65A0C}" type="presOf" srcId="{EEE5EACD-8C4F-45E4-964E-99BDC983BF1B}" destId="{952289D8-E9E4-4AB8-A2A7-605EE29628E4}" srcOrd="0" destOrd="3" presId="urn:microsoft.com/office/officeart/2026/layout/SmallDotsVertical"/>
    <dgm:cxn modelId="{F67025D8-8130-428D-B871-66533E982B3F}" type="presOf" srcId="{D275F21A-4168-4005-8099-20A15DF83EB0}" destId="{94C28ADC-6196-4C93-8299-50C0D156BBC8}" srcOrd="0" destOrd="0" presId="urn:microsoft.com/office/officeart/2026/layout/SmallDotsVertical"/>
    <dgm:cxn modelId="{A55EA1DA-4656-481A-9FC1-558FA5200D70}" srcId="{3B09FB11-8A23-48FF-BFE9-78CAB42A9A27}" destId="{9720A73C-474F-4C04-9370-B2DB08878B0D}" srcOrd="0" destOrd="0" parTransId="{A5251242-755A-4A08-B8B8-209B4DA6F56D}" sibTransId="{B951599E-CC09-4C04-9FAB-75AE00EB2D5A}"/>
    <dgm:cxn modelId="{AC94CBDD-56FB-4EB5-A424-4FA52039722D}" type="presOf" srcId="{8336A1E3-A0A3-409E-9080-394C06CBE0A7}" destId="{211F22AF-20DB-452F-8C4A-ACE81689714D}" srcOrd="0" destOrd="0" presId="urn:microsoft.com/office/officeart/2026/layout/SmallDotsVertical"/>
    <dgm:cxn modelId="{0F4F49E1-2A3E-4266-BD50-CED6F23E71EC}" type="presOf" srcId="{90EABA5E-8417-48C2-82B3-C724FA9876E6}" destId="{8E6A5193-D9D4-4715-8A53-E7CE44B97D26}" srcOrd="0" destOrd="0" presId="urn:microsoft.com/office/officeart/2026/layout/SmallDotsVertical"/>
    <dgm:cxn modelId="{9D5298E4-6D43-4052-A201-F4E0D9A389AB}" srcId="{3A4CDEE7-7287-436C-8156-7AD5415771C6}" destId="{AC0C51E0-C18D-48C0-B378-390C556F4996}" srcOrd="8" destOrd="0" parTransId="{B3DBFC35-1FFA-45CE-BAAB-D1ABD9FD7C7E}" sibTransId="{A0F1E4EE-A230-425E-A91C-7FCB86C1CC66}"/>
    <dgm:cxn modelId="{3A2D89E6-E4B7-4C66-9DEF-D145DD3EAA01}" srcId="{0BDB4E59-FE44-4948-8F17-4AD180AD2FEE}" destId="{90EABA5E-8417-48C2-82B3-C724FA9876E6}" srcOrd="0" destOrd="0" parTransId="{E2342E8F-BDA7-4603-B220-4C47EBFF3C03}" sibTransId="{8EA73FA7-EC62-4367-9768-A062678623FB}"/>
    <dgm:cxn modelId="{07F770E8-5793-4F23-B36D-42A0B03D60AF}" srcId="{3A4CDEE7-7287-436C-8156-7AD5415771C6}" destId="{B63386E1-E19E-4E71-8F89-68700D76FFEA}" srcOrd="0" destOrd="0" parTransId="{0B7F271A-12CE-43AB-93E6-BC93B2BB52DE}" sibTransId="{69AB6284-306D-439D-BEE3-0AE1D1681A58}"/>
    <dgm:cxn modelId="{A93BACE9-E198-4ECF-93C1-131A97248337}" srcId="{3A4CDEE7-7287-436C-8156-7AD5415771C6}" destId="{48ECF253-5039-475F-9098-698EA9F0D34E}" srcOrd="3" destOrd="0" parTransId="{1D6F1937-E1CC-4EA2-BD58-43A59C7679E5}" sibTransId="{06D0E3D7-F941-40AC-8105-B378355519EB}"/>
    <dgm:cxn modelId="{613919EA-2C1A-4F38-9233-400B5D40794D}" type="presOf" srcId="{0C2FC735-0B7B-4E3C-AC40-36F3571747EA}" destId="{E554140B-98D3-46A8-9C01-D20FB6CE3A1C}" srcOrd="0" destOrd="1" presId="urn:microsoft.com/office/officeart/2026/layout/SmallDotsVertical"/>
    <dgm:cxn modelId="{957071F3-950A-4EA4-AA1C-4AB24DFC9B8C}" type="presOf" srcId="{6AC35156-8525-42DF-8F07-365774A6A6D3}" destId="{94C28ADC-6196-4C93-8299-50C0D156BBC8}" srcOrd="0" destOrd="2" presId="urn:microsoft.com/office/officeart/2026/layout/SmallDotsVertical"/>
    <dgm:cxn modelId="{3EC80FFD-8581-44F5-B076-078B3FF482D6}" type="presOf" srcId="{05F7B466-79CD-4286-B48B-05164F773AB1}" destId="{952289D8-E9E4-4AB8-A2A7-605EE29628E4}" srcOrd="0" destOrd="4" presId="urn:microsoft.com/office/officeart/2026/layout/SmallDotsVertical"/>
    <dgm:cxn modelId="{53E95414-7955-48C9-A763-629713546A83}" type="presParOf" srcId="{73786259-91EC-423E-AB64-FB50B9A69F62}" destId="{9FF38EDD-43B0-4A9A-B4E4-AE46AAC0DD0E}" srcOrd="0" destOrd="0" presId="urn:microsoft.com/office/officeart/2026/layout/SmallDotsVertical"/>
    <dgm:cxn modelId="{32815755-2FFE-42D0-96C6-780A6A2CA45C}" type="presParOf" srcId="{73786259-91EC-423E-AB64-FB50B9A69F62}" destId="{1DABFB5D-E0CE-4914-A7D1-483AD0CDA059}" srcOrd="1" destOrd="0" presId="urn:microsoft.com/office/officeart/2026/layout/SmallDotsVertical"/>
    <dgm:cxn modelId="{35C14772-1D44-452C-A346-6A0F757EC812}" type="presParOf" srcId="{1DABFB5D-E0CE-4914-A7D1-483AD0CDA059}" destId="{F42EC894-783E-488F-8517-7775DDDBFE84}" srcOrd="0" destOrd="0" presId="urn:microsoft.com/office/officeart/2026/layout/SmallDotsVertical"/>
    <dgm:cxn modelId="{AD59E5E7-6382-4DEF-AD92-B0F6602231C2}" type="presParOf" srcId="{F42EC894-783E-488F-8517-7775DDDBFE84}" destId="{B90BBB39-7909-4AC4-A29D-97DC5A3C82CB}" srcOrd="0" destOrd="0" presId="urn:microsoft.com/office/officeart/2026/layout/SmallDotsVertical"/>
    <dgm:cxn modelId="{0E4E8C03-E23F-4673-ACD9-4372271D74B1}" type="presParOf" srcId="{F42EC894-783E-488F-8517-7775DDDBFE84}" destId="{7B2970EA-21F3-45F3-8BEA-763F5788F99B}" srcOrd="1" destOrd="0" presId="urn:microsoft.com/office/officeart/2026/layout/SmallDotsVertical"/>
    <dgm:cxn modelId="{677160DE-326C-4FF9-8452-D2A2D1C202EA}" type="presParOf" srcId="{F42EC894-783E-488F-8517-7775DDDBFE84}" destId="{E8D8B265-B6C6-451F-8784-A34D29B8C7CA}" srcOrd="2" destOrd="0" presId="urn:microsoft.com/office/officeart/2026/layout/SmallDotsVertical"/>
    <dgm:cxn modelId="{9BD21C37-6549-458D-A554-35EEE4942928}" type="presParOf" srcId="{F42EC894-783E-488F-8517-7775DDDBFE84}" destId="{6B0D2AFA-D77E-4321-A687-4386CCC0B32D}" srcOrd="3" destOrd="0" presId="urn:microsoft.com/office/officeart/2026/layout/SmallDotsVertical"/>
    <dgm:cxn modelId="{30DE7205-B8C2-46A8-A1AF-2D3068A973CF}" type="presParOf" srcId="{1DABFB5D-E0CE-4914-A7D1-483AD0CDA059}" destId="{C7C49DE5-C80F-4094-A206-ACB75A670D7B}" srcOrd="1" destOrd="0" presId="urn:microsoft.com/office/officeart/2026/layout/SmallDotsVertical"/>
    <dgm:cxn modelId="{DA10F364-61A5-4428-BDC3-A98780B2D2A1}" type="presParOf" srcId="{1DABFB5D-E0CE-4914-A7D1-483AD0CDA059}" destId="{0E8E65D3-5E1D-4C07-BC33-46F97706E940}" srcOrd="2" destOrd="0" presId="urn:microsoft.com/office/officeart/2026/layout/SmallDotsVertical"/>
    <dgm:cxn modelId="{D1A8591A-2993-4CA4-B631-2A98FBD2B5BD}" type="presParOf" srcId="{0E8E65D3-5E1D-4C07-BC33-46F97706E940}" destId="{4D17E3B3-C0F6-47BC-BEB3-363E939E3584}" srcOrd="0" destOrd="0" presId="urn:microsoft.com/office/officeart/2026/layout/SmallDotsVertical"/>
    <dgm:cxn modelId="{0929F185-5467-455C-9DD6-D239B362C192}" type="presParOf" srcId="{0E8E65D3-5E1D-4C07-BC33-46F97706E940}" destId="{DEFFA1BE-CF3F-4E0B-B0C6-E2663C649C36}" srcOrd="1" destOrd="0" presId="urn:microsoft.com/office/officeart/2026/layout/SmallDotsVertical"/>
    <dgm:cxn modelId="{2F8108B4-8633-45A6-A3EA-33493E824627}" type="presParOf" srcId="{0E8E65D3-5E1D-4C07-BC33-46F97706E940}" destId="{6D60092E-92EE-4D8F-A794-504BA7CBA3E9}" srcOrd="2" destOrd="0" presId="urn:microsoft.com/office/officeart/2026/layout/SmallDotsVertical"/>
    <dgm:cxn modelId="{588DB850-F269-446F-B384-4B3010760D90}" type="presParOf" srcId="{0E8E65D3-5E1D-4C07-BC33-46F97706E940}" destId="{20F11095-BB1C-4647-B74D-119364A0EFD2}" srcOrd="3" destOrd="0" presId="urn:microsoft.com/office/officeart/2026/layout/SmallDotsVertical"/>
    <dgm:cxn modelId="{10695BDE-78FD-4700-A122-9B9753DDF567}" type="presParOf" srcId="{1DABFB5D-E0CE-4914-A7D1-483AD0CDA059}" destId="{1667DE2F-93BE-4919-B9FC-741F62F833F9}" srcOrd="3" destOrd="0" presId="urn:microsoft.com/office/officeart/2026/layout/SmallDotsVertical"/>
    <dgm:cxn modelId="{0BA6E387-332C-4358-A05D-23742C86DBC6}" type="presParOf" srcId="{1DABFB5D-E0CE-4914-A7D1-483AD0CDA059}" destId="{3C68632F-8073-4FA8-91A6-8178C7DD8AE4}" srcOrd="4" destOrd="0" presId="urn:microsoft.com/office/officeart/2026/layout/SmallDotsVertical"/>
    <dgm:cxn modelId="{9376D233-5A99-4FD0-81D3-A6443E0CADCF}" type="presParOf" srcId="{3C68632F-8073-4FA8-91A6-8178C7DD8AE4}" destId="{8419DDA6-079F-4498-A8CC-3E0EA50F9710}" srcOrd="0" destOrd="0" presId="urn:microsoft.com/office/officeart/2026/layout/SmallDotsVertical"/>
    <dgm:cxn modelId="{D1FD1F22-F280-42A8-ABEA-CB4FFF361451}" type="presParOf" srcId="{3C68632F-8073-4FA8-91A6-8178C7DD8AE4}" destId="{F8F48CE4-C341-4057-83C5-067EAC87B1DA}" srcOrd="1" destOrd="0" presId="urn:microsoft.com/office/officeart/2026/layout/SmallDotsVertical"/>
    <dgm:cxn modelId="{04D28581-EB05-4D6E-A467-D56AF61F0877}" type="presParOf" srcId="{3C68632F-8073-4FA8-91A6-8178C7DD8AE4}" destId="{508618D2-EB4A-400D-A4F1-C56162DD0708}" srcOrd="2" destOrd="0" presId="urn:microsoft.com/office/officeart/2026/layout/SmallDotsVertical"/>
    <dgm:cxn modelId="{991C24A9-D5E1-4922-B4D2-4A1B3BA6026E}" type="presParOf" srcId="{3C68632F-8073-4FA8-91A6-8178C7DD8AE4}" destId="{94C28ADC-6196-4C93-8299-50C0D156BBC8}" srcOrd="3" destOrd="0" presId="urn:microsoft.com/office/officeart/2026/layout/SmallDotsVertical"/>
    <dgm:cxn modelId="{BFAC3BDB-4645-4577-B5F4-FB50EBA202A8}" type="presParOf" srcId="{1DABFB5D-E0CE-4914-A7D1-483AD0CDA059}" destId="{3F442A09-FEAD-44B8-A5FC-CA3E4D6131FB}" srcOrd="5" destOrd="0" presId="urn:microsoft.com/office/officeart/2026/layout/SmallDotsVertical"/>
    <dgm:cxn modelId="{1F43ADC0-79C4-401E-8786-F0D01F674CED}" type="presParOf" srcId="{1DABFB5D-E0CE-4914-A7D1-483AD0CDA059}" destId="{BEDE83FF-736E-412A-8618-BA40DB05ABA9}" srcOrd="6" destOrd="0" presId="urn:microsoft.com/office/officeart/2026/layout/SmallDotsVertical"/>
    <dgm:cxn modelId="{9025D641-49ED-45C2-96D7-A0881B812982}" type="presParOf" srcId="{BEDE83FF-736E-412A-8618-BA40DB05ABA9}" destId="{8B5D745E-6CBF-42A8-8E5C-CA9EE60FFCEC}" srcOrd="0" destOrd="0" presId="urn:microsoft.com/office/officeart/2026/layout/SmallDotsVertical"/>
    <dgm:cxn modelId="{31A26FC9-65C5-4A90-98E1-CB6FAD23BF21}" type="presParOf" srcId="{BEDE83FF-736E-412A-8618-BA40DB05ABA9}" destId="{8EDE1987-E2E3-4192-BDA5-5EEE0A37EBDD}" srcOrd="1" destOrd="0" presId="urn:microsoft.com/office/officeart/2026/layout/SmallDotsVertical"/>
    <dgm:cxn modelId="{E031CFD5-E530-4FDA-9B2B-36997870CDE3}" type="presParOf" srcId="{BEDE83FF-736E-412A-8618-BA40DB05ABA9}" destId="{37091E21-D96E-4524-A45A-6A01399E46BB}" srcOrd="2" destOrd="0" presId="urn:microsoft.com/office/officeart/2026/layout/SmallDotsVertical"/>
    <dgm:cxn modelId="{0BA5A727-0354-49BE-92EC-D2D9BF237B28}" type="presParOf" srcId="{BEDE83FF-736E-412A-8618-BA40DB05ABA9}" destId="{22EDB2B2-2D79-4395-BA8B-6BC2A024D7EA}" srcOrd="3" destOrd="0" presId="urn:microsoft.com/office/officeart/2026/layout/SmallDotsVertical"/>
    <dgm:cxn modelId="{0C0EF36B-8D7C-40AF-8736-BD6F11E6B5C7}" type="presParOf" srcId="{1DABFB5D-E0CE-4914-A7D1-483AD0CDA059}" destId="{709032CB-5A67-4F46-9234-A9B8A154EDCD}" srcOrd="7" destOrd="0" presId="urn:microsoft.com/office/officeart/2026/layout/SmallDotsVertical"/>
    <dgm:cxn modelId="{BCB2259F-22D5-480C-8143-55200BF7D6A9}" type="presParOf" srcId="{1DABFB5D-E0CE-4914-A7D1-483AD0CDA059}" destId="{31FABCA2-C38D-4885-ACA7-CF3AC1407933}" srcOrd="8" destOrd="0" presId="urn:microsoft.com/office/officeart/2026/layout/SmallDotsVertical"/>
    <dgm:cxn modelId="{7AD6E3AA-6CB0-4F27-AAB3-358277B76570}" type="presParOf" srcId="{31FABCA2-C38D-4885-ACA7-CF3AC1407933}" destId="{594AE65E-DEC5-4B1A-8F5D-CF35E9A06360}" srcOrd="0" destOrd="0" presId="urn:microsoft.com/office/officeart/2026/layout/SmallDotsVertical"/>
    <dgm:cxn modelId="{2D6531D6-FB57-4F3F-868D-01FD4FAB2023}" type="presParOf" srcId="{31FABCA2-C38D-4885-ACA7-CF3AC1407933}" destId="{F735DB6D-82A8-4437-A629-3CF65EBC0646}" srcOrd="1" destOrd="0" presId="urn:microsoft.com/office/officeart/2026/layout/SmallDotsVertical"/>
    <dgm:cxn modelId="{2071557C-E737-48B6-B9DF-002E01801205}" type="presParOf" srcId="{31FABCA2-C38D-4885-ACA7-CF3AC1407933}" destId="{6FDFEB3A-F3E7-4A52-9ACF-1C11CF24DE88}" srcOrd="2" destOrd="0" presId="urn:microsoft.com/office/officeart/2026/layout/SmallDotsVertical"/>
    <dgm:cxn modelId="{2863CC1B-D2BE-4648-861D-C70AB31B580C}" type="presParOf" srcId="{31FABCA2-C38D-4885-ACA7-CF3AC1407933}" destId="{29302AB4-F7C7-4532-B14C-1A90D3EF1776}" srcOrd="3" destOrd="0" presId="urn:microsoft.com/office/officeart/2026/layout/SmallDotsVertical"/>
    <dgm:cxn modelId="{C9A4268A-6D50-4525-B2AF-EEEC9E877698}" type="presParOf" srcId="{1DABFB5D-E0CE-4914-A7D1-483AD0CDA059}" destId="{50F94964-214D-4711-BA19-776C87C9246D}" srcOrd="9" destOrd="0" presId="urn:microsoft.com/office/officeart/2026/layout/SmallDotsVertical"/>
    <dgm:cxn modelId="{1625B1A5-0AE2-483B-B925-F0F052156A67}" type="presParOf" srcId="{1DABFB5D-E0CE-4914-A7D1-483AD0CDA059}" destId="{718F8CC5-5260-4196-B131-EEFDF1EF8D99}" srcOrd="10" destOrd="0" presId="urn:microsoft.com/office/officeart/2026/layout/SmallDotsVertical"/>
    <dgm:cxn modelId="{7C513411-16ED-438C-A59B-156473430440}" type="presParOf" srcId="{718F8CC5-5260-4196-B131-EEFDF1EF8D99}" destId="{B183D81F-B6EC-47F0-982A-00263C483594}" srcOrd="0" destOrd="0" presId="urn:microsoft.com/office/officeart/2026/layout/SmallDotsVertical"/>
    <dgm:cxn modelId="{690DFE20-6FB8-4403-A32F-FF8D34222E7E}" type="presParOf" srcId="{718F8CC5-5260-4196-B131-EEFDF1EF8D99}" destId="{CA2FD48D-5B4C-4EC3-A5AD-930E6DAB4AAF}" srcOrd="1" destOrd="0" presId="urn:microsoft.com/office/officeart/2026/layout/SmallDotsVertical"/>
    <dgm:cxn modelId="{27D4EE1B-3295-48F8-B6DB-A5E4D61D0EDD}" type="presParOf" srcId="{718F8CC5-5260-4196-B131-EEFDF1EF8D99}" destId="{3D789A55-C244-437A-BC88-9D7421CABA28}" srcOrd="2" destOrd="0" presId="urn:microsoft.com/office/officeart/2026/layout/SmallDotsVertical"/>
    <dgm:cxn modelId="{5CF38FBF-6DC1-4413-9E15-657D42F47DE1}" type="presParOf" srcId="{718F8CC5-5260-4196-B131-EEFDF1EF8D99}" destId="{8E6A5193-D9D4-4715-8A53-E7CE44B97D26}" srcOrd="3" destOrd="0" presId="urn:microsoft.com/office/officeart/2026/layout/SmallDotsVertical"/>
    <dgm:cxn modelId="{326F1197-9DFF-46CA-9466-4D71B323A3B3}" type="presParOf" srcId="{1DABFB5D-E0CE-4914-A7D1-483AD0CDA059}" destId="{7E04E242-84B0-4BB7-AB2C-0BE8174A381E}" srcOrd="11" destOrd="0" presId="urn:microsoft.com/office/officeart/2026/layout/SmallDotsVertical"/>
    <dgm:cxn modelId="{91DD62BD-67FA-4F57-947F-758B8B57034F}" type="presParOf" srcId="{1DABFB5D-E0CE-4914-A7D1-483AD0CDA059}" destId="{6E3959E5-D160-474B-8AF0-92B40AFD5318}" srcOrd="12" destOrd="0" presId="urn:microsoft.com/office/officeart/2026/layout/SmallDotsVertical"/>
    <dgm:cxn modelId="{CFD84949-1EDE-4FE6-9756-9152D83B2648}" type="presParOf" srcId="{6E3959E5-D160-474B-8AF0-92B40AFD5318}" destId="{A8739E5E-3503-4932-9A0C-8B626E5CEC52}" srcOrd="0" destOrd="0" presId="urn:microsoft.com/office/officeart/2026/layout/SmallDotsVertical"/>
    <dgm:cxn modelId="{FFE49191-A95E-4384-94CB-33BBC4AFAFD7}" type="presParOf" srcId="{6E3959E5-D160-474B-8AF0-92B40AFD5318}" destId="{AEB5763A-A3A2-41C2-942D-11ECA5B689CB}" srcOrd="1" destOrd="0" presId="urn:microsoft.com/office/officeart/2026/layout/SmallDotsVertical"/>
    <dgm:cxn modelId="{AD6D9275-925E-42EE-B62C-BA1CC0F86A8D}" type="presParOf" srcId="{6E3959E5-D160-474B-8AF0-92B40AFD5318}" destId="{5FEE1B28-4D0F-4175-BEB1-F7382E2DC6B4}" srcOrd="2" destOrd="0" presId="urn:microsoft.com/office/officeart/2026/layout/SmallDotsVertical"/>
    <dgm:cxn modelId="{0736A313-81BC-4C8C-9068-0FE76FFA6AF0}" type="presParOf" srcId="{6E3959E5-D160-474B-8AF0-92B40AFD5318}" destId="{E554140B-98D3-46A8-9C01-D20FB6CE3A1C}" srcOrd="3" destOrd="0" presId="urn:microsoft.com/office/officeart/2026/layout/SmallDotsVertical"/>
    <dgm:cxn modelId="{87F508AF-461A-41F9-8D25-304FEEBDFE78}" type="presParOf" srcId="{1DABFB5D-E0CE-4914-A7D1-483AD0CDA059}" destId="{12E74098-5C48-4068-A3D1-E26AE0B08C9B}" srcOrd="13" destOrd="0" presId="urn:microsoft.com/office/officeart/2026/layout/SmallDotsVertical"/>
    <dgm:cxn modelId="{AEC4A8AC-143E-464F-8F88-081DA3607808}" type="presParOf" srcId="{1DABFB5D-E0CE-4914-A7D1-483AD0CDA059}" destId="{1824D261-EFB1-4D53-A811-EAF927E64BA5}" srcOrd="14" destOrd="0" presId="urn:microsoft.com/office/officeart/2026/layout/SmallDotsVertical"/>
    <dgm:cxn modelId="{60063689-5CCB-4402-8F98-F2426A3664CD}" type="presParOf" srcId="{1824D261-EFB1-4D53-A811-EAF927E64BA5}" destId="{87E14DE9-1A9F-42EF-964B-A9371B6420AC}" srcOrd="0" destOrd="0" presId="urn:microsoft.com/office/officeart/2026/layout/SmallDotsVertical"/>
    <dgm:cxn modelId="{0AF79F35-932E-42FB-A877-AAC8A4077351}" type="presParOf" srcId="{1824D261-EFB1-4D53-A811-EAF927E64BA5}" destId="{E576AFDF-9639-465E-B9C8-12F92B8B3B5B}" srcOrd="1" destOrd="0" presId="urn:microsoft.com/office/officeart/2026/layout/SmallDotsVertical"/>
    <dgm:cxn modelId="{CB9C9A8A-3FA1-47AA-A5C1-873F26AF72F8}" type="presParOf" srcId="{1824D261-EFB1-4D53-A811-EAF927E64BA5}" destId="{57AA703B-F8E1-4E54-AFE1-8E2895244C25}" srcOrd="2" destOrd="0" presId="urn:microsoft.com/office/officeart/2026/layout/SmallDotsVertical"/>
    <dgm:cxn modelId="{E7DF3456-B0AC-4FEC-8891-5F4D56430C97}" type="presParOf" srcId="{1824D261-EFB1-4D53-A811-EAF927E64BA5}" destId="{952289D8-E9E4-4AB8-A2A7-605EE29628E4}" srcOrd="3" destOrd="0" presId="urn:microsoft.com/office/officeart/2026/layout/SmallDotsVertical"/>
    <dgm:cxn modelId="{AA2D18B1-439F-4533-B4A1-EFF59D9197D2}" type="presParOf" srcId="{1DABFB5D-E0CE-4914-A7D1-483AD0CDA059}" destId="{97CCBC7F-6AC1-424F-B92A-065DD61D7C1A}" srcOrd="15" destOrd="0" presId="urn:microsoft.com/office/officeart/2026/layout/SmallDotsVertical"/>
    <dgm:cxn modelId="{E44A20CF-1644-4F90-8746-419EEABC7C97}" type="presParOf" srcId="{1DABFB5D-E0CE-4914-A7D1-483AD0CDA059}" destId="{BA3A26D0-50FE-4032-8B7A-A935D7713452}" srcOrd="16" destOrd="0" presId="urn:microsoft.com/office/officeart/2026/layout/SmallDotsVertical"/>
    <dgm:cxn modelId="{E7E91954-CAF6-49ED-A281-44ACD229B3E6}" type="presParOf" srcId="{BA3A26D0-50FE-4032-8B7A-A935D7713452}" destId="{65BD53C9-2CD8-411D-8A5A-7A9E7E0737E8}" srcOrd="0" destOrd="0" presId="urn:microsoft.com/office/officeart/2026/layout/SmallDotsVertical"/>
    <dgm:cxn modelId="{B742F6C2-4425-490D-B758-87A3CD3D7045}" type="presParOf" srcId="{BA3A26D0-50FE-4032-8B7A-A935D7713452}" destId="{967E96B1-9801-4735-9337-4E37113A8048}" srcOrd="1" destOrd="0" presId="urn:microsoft.com/office/officeart/2026/layout/SmallDotsVertical"/>
    <dgm:cxn modelId="{EA0DE872-22AD-4A54-A19D-7DD88B71B8F9}" type="presParOf" srcId="{BA3A26D0-50FE-4032-8B7A-A935D7713452}" destId="{0015C149-5A43-41ED-9824-1FEDC02F762D}" srcOrd="2" destOrd="0" presId="urn:microsoft.com/office/officeart/2026/layout/SmallDotsVertical"/>
    <dgm:cxn modelId="{B37E3DE2-EB94-4179-81DD-A604386974E2}" type="presParOf" srcId="{BA3A26D0-50FE-4032-8B7A-A935D7713452}" destId="{211F22AF-20DB-452F-8C4A-ACE81689714D}" srcOrd="3" destOrd="0" presId="urn:microsoft.com/office/officeart/2026/layout/SmallDotsVertic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587705-9FB9-4D1F-86B3-228717A27E87}" type="doc">
      <dgm:prSet loTypeId="urn:microsoft.com/office/officeart/2026/layout/SmallDotsVertic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C9AC08B3-F00A-4A37-8849-AC2848835065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CA1 Proposal Submission</a:t>
          </a:r>
        </a:p>
      </dgm:t>
    </dgm:pt>
    <dgm:pt modelId="{8DDC2754-3386-49B2-B625-BE368CBD366F}" type="parTrans" cxnId="{3FDDB156-9901-4033-9162-A050CAF40560}">
      <dgm:prSet/>
      <dgm:spPr/>
      <dgm:t>
        <a:bodyPr/>
        <a:lstStyle/>
        <a:p>
          <a:endParaRPr lang="en-IE"/>
        </a:p>
      </dgm:t>
    </dgm:pt>
    <dgm:pt modelId="{E1BF3CD2-C2B1-4AF7-9EC5-F98DAE5224FD}" type="sibTrans" cxnId="{3FDDB156-9901-4033-9162-A050CAF40560}">
      <dgm:prSet/>
      <dgm:spPr/>
      <dgm:t>
        <a:bodyPr/>
        <a:lstStyle/>
        <a:p>
          <a:endParaRPr lang="en-IE"/>
        </a:p>
      </dgm:t>
    </dgm:pt>
    <dgm:pt modelId="{29D607D1-1C76-4F55-B5CD-D1A3DCABFEE8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Data Collection</a:t>
          </a:r>
        </a:p>
      </dgm:t>
    </dgm:pt>
    <dgm:pt modelId="{BB2941BC-0A11-437E-ACD6-47D5D19C2EBB}" type="parTrans" cxnId="{584131F9-8DF0-4C74-AC09-B862D35CEF1B}">
      <dgm:prSet/>
      <dgm:spPr/>
      <dgm:t>
        <a:bodyPr/>
        <a:lstStyle/>
        <a:p>
          <a:endParaRPr lang="en-IE"/>
        </a:p>
      </dgm:t>
    </dgm:pt>
    <dgm:pt modelId="{05BBEE12-64FC-49E7-9EA5-7BDEADD4C48A}" type="sibTrans" cxnId="{584131F9-8DF0-4C74-AC09-B862D35CEF1B}">
      <dgm:prSet/>
      <dgm:spPr/>
      <dgm:t>
        <a:bodyPr/>
        <a:lstStyle/>
        <a:p>
          <a:endParaRPr lang="en-IE"/>
        </a:p>
      </dgm:t>
    </dgm:pt>
    <dgm:pt modelId="{B5BA3770-BC0B-47B3-A375-72C1751BCD39}">
      <dgm:prSet phldrT="Description" phldr="0"/>
      <dgm:spPr/>
      <dgm:t>
        <a:bodyPr/>
        <a:lstStyle/>
        <a:p>
          <a:r>
            <a:rPr lang="en-IE" dirty="0"/>
            <a:t>October / November 2026</a:t>
          </a:r>
        </a:p>
      </dgm:t>
    </dgm:pt>
    <dgm:pt modelId="{5A9C05FA-D44A-4962-B49A-E6681B3A8667}" type="parTrans" cxnId="{01B31BD7-9361-4945-9777-D340B0B7602F}">
      <dgm:prSet/>
      <dgm:spPr/>
      <dgm:t>
        <a:bodyPr/>
        <a:lstStyle/>
        <a:p>
          <a:endParaRPr lang="en-IE"/>
        </a:p>
      </dgm:t>
    </dgm:pt>
    <dgm:pt modelId="{FAE77E63-5B30-4E21-AB1F-E6FC3D9C5180}" type="sibTrans" cxnId="{01B31BD7-9361-4945-9777-D340B0B7602F}">
      <dgm:prSet/>
      <dgm:spPr/>
      <dgm:t>
        <a:bodyPr/>
        <a:lstStyle/>
        <a:p>
          <a:endParaRPr lang="en-IE"/>
        </a:p>
      </dgm:t>
    </dgm:pt>
    <dgm:pt modelId="{F60C4C14-112C-400B-808E-82DB98DD51BE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Data Preparation</a:t>
          </a:r>
        </a:p>
      </dgm:t>
    </dgm:pt>
    <dgm:pt modelId="{0BCD958F-74F1-46D3-9CF9-0C8D191472F5}" type="parTrans" cxnId="{EA246993-C531-459C-BB14-18669E70B5CA}">
      <dgm:prSet/>
      <dgm:spPr/>
      <dgm:t>
        <a:bodyPr/>
        <a:lstStyle/>
        <a:p>
          <a:endParaRPr lang="en-IE"/>
        </a:p>
      </dgm:t>
    </dgm:pt>
    <dgm:pt modelId="{967FC855-3DAA-46DD-9118-9A23DB19A2BA}" type="sibTrans" cxnId="{EA246993-C531-459C-BB14-18669E70B5CA}">
      <dgm:prSet/>
      <dgm:spPr/>
      <dgm:t>
        <a:bodyPr/>
        <a:lstStyle/>
        <a:p>
          <a:endParaRPr lang="en-IE"/>
        </a:p>
      </dgm:t>
    </dgm:pt>
    <dgm:pt modelId="{72F6DB69-B281-4B1B-B8BA-8992BBA59BA7}">
      <dgm:prSet phldrT="Description" phldr="0"/>
      <dgm:spPr/>
      <dgm:t>
        <a:bodyPr/>
        <a:lstStyle/>
        <a:p>
          <a:r>
            <a:rPr lang="en-IE" dirty="0"/>
            <a:t>October / November 2026</a:t>
          </a:r>
        </a:p>
      </dgm:t>
    </dgm:pt>
    <dgm:pt modelId="{ABD8E1CE-69EF-4CFD-99A7-8AB92C05ACFF}" type="parTrans" cxnId="{8EDF693D-42CF-48D2-B825-B0EE3972431B}">
      <dgm:prSet/>
      <dgm:spPr/>
      <dgm:t>
        <a:bodyPr/>
        <a:lstStyle/>
        <a:p>
          <a:endParaRPr lang="en-IE"/>
        </a:p>
      </dgm:t>
    </dgm:pt>
    <dgm:pt modelId="{A313D3BB-0CE7-4AD5-8F2A-EE29A3E54BAD}" type="sibTrans" cxnId="{8EDF693D-42CF-48D2-B825-B0EE3972431B}">
      <dgm:prSet/>
      <dgm:spPr/>
      <dgm:t>
        <a:bodyPr/>
        <a:lstStyle/>
        <a:p>
          <a:endParaRPr lang="en-IE"/>
        </a:p>
      </dgm:t>
    </dgm:pt>
    <dgm:pt modelId="{8ABEB913-8B37-4227-A58E-D04C3C130064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Exploratory Data Analysis</a:t>
          </a:r>
        </a:p>
      </dgm:t>
    </dgm:pt>
    <dgm:pt modelId="{C4DB5891-0F7E-473D-887B-E00A80649D19}" type="parTrans" cxnId="{8B408E84-8303-4AC1-A825-3C7254381535}">
      <dgm:prSet/>
      <dgm:spPr/>
      <dgm:t>
        <a:bodyPr/>
        <a:lstStyle/>
        <a:p>
          <a:endParaRPr lang="en-IE"/>
        </a:p>
      </dgm:t>
    </dgm:pt>
    <dgm:pt modelId="{EC5B28C7-1589-48D0-82D4-F03244C101AB}" type="sibTrans" cxnId="{8B408E84-8303-4AC1-A825-3C7254381535}">
      <dgm:prSet/>
      <dgm:spPr/>
      <dgm:t>
        <a:bodyPr/>
        <a:lstStyle/>
        <a:p>
          <a:endParaRPr lang="en-IE"/>
        </a:p>
      </dgm:t>
    </dgm:pt>
    <dgm:pt modelId="{EBA01696-E01A-47CE-B9E3-1C4E0DF3969F}">
      <dgm:prSet phldrT="Description" phldr="0"/>
      <dgm:spPr/>
      <dgm:t>
        <a:bodyPr/>
        <a:lstStyle/>
        <a:p>
          <a:r>
            <a:rPr lang="en-IE" dirty="0"/>
            <a:t>November 2026</a:t>
          </a:r>
        </a:p>
      </dgm:t>
    </dgm:pt>
    <dgm:pt modelId="{712B4E6A-2CFE-44C8-A962-4FC17E1ECBA5}" type="parTrans" cxnId="{07418DB7-FCB3-4B84-B95F-FE5160B54B7F}">
      <dgm:prSet/>
      <dgm:spPr/>
      <dgm:t>
        <a:bodyPr/>
        <a:lstStyle/>
        <a:p>
          <a:endParaRPr lang="en-IE"/>
        </a:p>
      </dgm:t>
    </dgm:pt>
    <dgm:pt modelId="{E1BE28DE-0680-4EDB-9BA1-833D9C58E644}" type="sibTrans" cxnId="{07418DB7-FCB3-4B84-B95F-FE5160B54B7F}">
      <dgm:prSet/>
      <dgm:spPr/>
      <dgm:t>
        <a:bodyPr/>
        <a:lstStyle/>
        <a:p>
          <a:endParaRPr lang="en-IE"/>
        </a:p>
      </dgm:t>
    </dgm:pt>
    <dgm:pt modelId="{38F04EF5-1487-41A5-AAE8-DA989AC2108A}">
      <dgm:prSet phldrT="Description" phldr="0"/>
      <dgm:spPr/>
      <dgm:t>
        <a:bodyPr/>
        <a:lstStyle/>
        <a:p>
          <a:r>
            <a:rPr lang="en-IE" dirty="0"/>
            <a:t>October 2026</a:t>
          </a:r>
        </a:p>
      </dgm:t>
    </dgm:pt>
    <dgm:pt modelId="{AEA2D4BC-D62C-4374-AC76-76F288A965D7}" type="parTrans" cxnId="{37F1B9D8-A14C-4287-A563-CB2168BD3AFE}">
      <dgm:prSet/>
      <dgm:spPr/>
      <dgm:t>
        <a:bodyPr/>
        <a:lstStyle/>
        <a:p>
          <a:endParaRPr lang="en-IE"/>
        </a:p>
      </dgm:t>
    </dgm:pt>
    <dgm:pt modelId="{38B17D2B-7123-4DB0-9715-87F37F3BC7A2}" type="sibTrans" cxnId="{37F1B9D8-A14C-4287-A563-CB2168BD3AFE}">
      <dgm:prSet/>
      <dgm:spPr/>
      <dgm:t>
        <a:bodyPr/>
        <a:lstStyle/>
        <a:p>
          <a:endParaRPr lang="en-IE"/>
        </a:p>
      </dgm:t>
    </dgm:pt>
    <dgm:pt modelId="{12428EC9-E627-4E39-B626-034423A18D91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Feature Engineering</a:t>
          </a:r>
        </a:p>
      </dgm:t>
    </dgm:pt>
    <dgm:pt modelId="{1C48EB11-E5AD-4047-B3D0-284A5B76E52E}" type="parTrans" cxnId="{446602A5-1797-46F0-AAFA-76B984DD4A69}">
      <dgm:prSet/>
      <dgm:spPr/>
      <dgm:t>
        <a:bodyPr/>
        <a:lstStyle/>
        <a:p>
          <a:endParaRPr lang="en-IE"/>
        </a:p>
      </dgm:t>
    </dgm:pt>
    <dgm:pt modelId="{3D59CF15-D8ED-4415-9244-9FF29347A0F6}" type="sibTrans" cxnId="{446602A5-1797-46F0-AAFA-76B984DD4A69}">
      <dgm:prSet/>
      <dgm:spPr/>
      <dgm:t>
        <a:bodyPr/>
        <a:lstStyle/>
        <a:p>
          <a:endParaRPr lang="en-IE"/>
        </a:p>
      </dgm:t>
    </dgm:pt>
    <dgm:pt modelId="{A8320385-C756-499E-BC03-D71500250BBE}">
      <dgm:prSet phldrT="Description" phldr="0"/>
      <dgm:spPr/>
      <dgm:t>
        <a:bodyPr/>
        <a:lstStyle/>
        <a:p>
          <a:r>
            <a:rPr lang="en-IE" dirty="0"/>
            <a:t> December 2026 / January 2027</a:t>
          </a:r>
        </a:p>
      </dgm:t>
    </dgm:pt>
    <dgm:pt modelId="{EA7EC423-241E-4B35-86E3-D3E13F7A81EB}" type="parTrans" cxnId="{C5BEDAFB-3A75-44CD-9B2C-2571CCFCB5FA}">
      <dgm:prSet/>
      <dgm:spPr/>
      <dgm:t>
        <a:bodyPr/>
        <a:lstStyle/>
        <a:p>
          <a:endParaRPr lang="en-IE"/>
        </a:p>
      </dgm:t>
    </dgm:pt>
    <dgm:pt modelId="{89C3BA3C-2976-4FB8-8A30-173477ECDDC1}" type="sibTrans" cxnId="{C5BEDAFB-3A75-44CD-9B2C-2571CCFCB5FA}">
      <dgm:prSet/>
      <dgm:spPr/>
      <dgm:t>
        <a:bodyPr/>
        <a:lstStyle/>
        <a:p>
          <a:endParaRPr lang="en-IE"/>
        </a:p>
      </dgm:t>
    </dgm:pt>
    <dgm:pt modelId="{49E56FF4-D08F-4603-B68E-762A3D64547C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Machine Learning Modelling</a:t>
          </a:r>
        </a:p>
      </dgm:t>
    </dgm:pt>
    <dgm:pt modelId="{83D8B40A-C9E1-4ABE-A59A-A62BFFCA469D}" type="parTrans" cxnId="{49BD6499-1DE8-4C08-93A1-44DCDF1CC677}">
      <dgm:prSet/>
      <dgm:spPr/>
      <dgm:t>
        <a:bodyPr/>
        <a:lstStyle/>
        <a:p>
          <a:endParaRPr lang="en-IE"/>
        </a:p>
      </dgm:t>
    </dgm:pt>
    <dgm:pt modelId="{FB47C5CA-5FF9-4500-A989-B4A107B55B10}" type="sibTrans" cxnId="{49BD6499-1DE8-4C08-93A1-44DCDF1CC677}">
      <dgm:prSet/>
      <dgm:spPr/>
      <dgm:t>
        <a:bodyPr/>
        <a:lstStyle/>
        <a:p>
          <a:endParaRPr lang="en-IE"/>
        </a:p>
      </dgm:t>
    </dgm:pt>
    <dgm:pt modelId="{D82CF3F9-EC8E-4D1D-88FB-AF5C02EB02F7}">
      <dgm:prSet phldrT="Description" phldr="0"/>
      <dgm:spPr/>
      <dgm:t>
        <a:bodyPr/>
        <a:lstStyle/>
        <a:p>
          <a:r>
            <a:rPr lang="en-IE" dirty="0"/>
            <a:t>February 2027</a:t>
          </a:r>
        </a:p>
      </dgm:t>
    </dgm:pt>
    <dgm:pt modelId="{5D747D78-BD27-45A6-8A31-457EF7E2284E}" type="parTrans" cxnId="{CF20C558-225C-474C-B4A2-1A59FD02E0D3}">
      <dgm:prSet/>
      <dgm:spPr/>
      <dgm:t>
        <a:bodyPr/>
        <a:lstStyle/>
        <a:p>
          <a:endParaRPr lang="en-IE"/>
        </a:p>
      </dgm:t>
    </dgm:pt>
    <dgm:pt modelId="{AC45C87D-9C00-42BB-A768-6E359AC85C75}" type="sibTrans" cxnId="{CF20C558-225C-474C-B4A2-1A59FD02E0D3}">
      <dgm:prSet/>
      <dgm:spPr/>
      <dgm:t>
        <a:bodyPr/>
        <a:lstStyle/>
        <a:p>
          <a:endParaRPr lang="en-IE"/>
        </a:p>
      </dgm:t>
    </dgm:pt>
    <dgm:pt modelId="{656FD1A9-03A9-454F-851D-58C32867B92F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Evaluation</a:t>
          </a:r>
        </a:p>
      </dgm:t>
    </dgm:pt>
    <dgm:pt modelId="{BCC7C18F-460F-4C71-A4F7-318E22A8A2E5}" type="parTrans" cxnId="{B745452E-E0EC-4C32-8D43-68310EC9B901}">
      <dgm:prSet/>
      <dgm:spPr/>
      <dgm:t>
        <a:bodyPr/>
        <a:lstStyle/>
        <a:p>
          <a:endParaRPr lang="en-IE"/>
        </a:p>
      </dgm:t>
    </dgm:pt>
    <dgm:pt modelId="{23C46436-67D3-4E5E-BE75-F9369A8A8F2A}" type="sibTrans" cxnId="{B745452E-E0EC-4C32-8D43-68310EC9B901}">
      <dgm:prSet/>
      <dgm:spPr/>
      <dgm:t>
        <a:bodyPr/>
        <a:lstStyle/>
        <a:p>
          <a:endParaRPr lang="en-IE"/>
        </a:p>
      </dgm:t>
    </dgm:pt>
    <dgm:pt modelId="{B60864C0-EE24-4D06-BE55-51AAEEA3E44B}">
      <dgm:prSet phldrT="Description" phldr="0"/>
      <dgm:spPr/>
      <dgm:t>
        <a:bodyPr/>
        <a:lstStyle/>
        <a:p>
          <a:r>
            <a:rPr lang="en-IE" dirty="0"/>
            <a:t>March 2027</a:t>
          </a:r>
        </a:p>
      </dgm:t>
    </dgm:pt>
    <dgm:pt modelId="{1C95B193-0603-43D4-8F37-97EE0F06F28D}" type="parTrans" cxnId="{553CEF2C-C117-4C91-BAD5-E3F3CB94BDF0}">
      <dgm:prSet/>
      <dgm:spPr/>
      <dgm:t>
        <a:bodyPr/>
        <a:lstStyle/>
        <a:p>
          <a:endParaRPr lang="en-IE"/>
        </a:p>
      </dgm:t>
    </dgm:pt>
    <dgm:pt modelId="{A70B0928-07DB-4E8E-9C08-F94D99773058}" type="sibTrans" cxnId="{553CEF2C-C117-4C91-BAD5-E3F3CB94BDF0}">
      <dgm:prSet/>
      <dgm:spPr/>
      <dgm:t>
        <a:bodyPr/>
        <a:lstStyle/>
        <a:p>
          <a:endParaRPr lang="en-IE"/>
        </a:p>
      </dgm:t>
    </dgm:pt>
    <dgm:pt modelId="{D3F4FD09-8CD2-4D63-9D27-8A690C6B4214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E" dirty="0"/>
            <a:t>Capstone Final Report</a:t>
          </a:r>
        </a:p>
      </dgm:t>
    </dgm:pt>
    <dgm:pt modelId="{B6CC4773-9E82-40B9-ACBD-ACAE3326E9CC}" type="parTrans" cxnId="{31BBE4B0-D189-4C81-ABC5-EB9E11C5EA51}">
      <dgm:prSet/>
      <dgm:spPr/>
      <dgm:t>
        <a:bodyPr/>
        <a:lstStyle/>
        <a:p>
          <a:endParaRPr lang="en-IE"/>
        </a:p>
      </dgm:t>
    </dgm:pt>
    <dgm:pt modelId="{61F6A649-DD3B-498D-8BFB-E3B4C07AD031}" type="sibTrans" cxnId="{31BBE4B0-D189-4C81-ABC5-EB9E11C5EA51}">
      <dgm:prSet/>
      <dgm:spPr/>
      <dgm:t>
        <a:bodyPr/>
        <a:lstStyle/>
        <a:p>
          <a:endParaRPr lang="en-IE"/>
        </a:p>
      </dgm:t>
    </dgm:pt>
    <dgm:pt modelId="{5D747E3F-60FA-4342-A4C5-89D73BF627AE}">
      <dgm:prSet phldrT="Description" phldr="0"/>
      <dgm:spPr/>
      <dgm:t>
        <a:bodyPr/>
        <a:lstStyle/>
        <a:p>
          <a:r>
            <a:rPr lang="en-IE" dirty="0"/>
            <a:t>April / May 2027</a:t>
          </a:r>
        </a:p>
      </dgm:t>
    </dgm:pt>
    <dgm:pt modelId="{94E8587F-B529-441E-9E8E-8A5BDC8778A0}" type="parTrans" cxnId="{D73B4220-5B8B-45A4-B9B1-499CA7C0446B}">
      <dgm:prSet/>
      <dgm:spPr/>
      <dgm:t>
        <a:bodyPr/>
        <a:lstStyle/>
        <a:p>
          <a:endParaRPr lang="en-IE"/>
        </a:p>
      </dgm:t>
    </dgm:pt>
    <dgm:pt modelId="{2887903C-36F6-4BC6-BAED-06D896FD18AD}" type="sibTrans" cxnId="{D73B4220-5B8B-45A4-B9B1-499CA7C0446B}">
      <dgm:prSet/>
      <dgm:spPr/>
      <dgm:t>
        <a:bodyPr/>
        <a:lstStyle/>
        <a:p>
          <a:endParaRPr lang="en-IE"/>
        </a:p>
      </dgm:t>
    </dgm:pt>
    <dgm:pt modelId="{192CE63E-08DC-4038-BF2C-30C164302D87}" type="pres">
      <dgm:prSet presAssocID="{9B587705-9FB9-4D1F-86B3-228717A27E87}" presName="root" presStyleCnt="0">
        <dgm:presLayoutVars>
          <dgm:dir/>
          <dgm:resizeHandles val="exact"/>
        </dgm:presLayoutVars>
      </dgm:prSet>
      <dgm:spPr/>
    </dgm:pt>
    <dgm:pt modelId="{CDD23283-BF30-45D0-81B1-3C0CC5AF5419}" type="pres">
      <dgm:prSet presAssocID="{9B587705-9FB9-4D1F-86B3-228717A27E87}" presName="connLine" presStyleLbl="dkBgShp" presStyleIdx="0" presStyleCnt="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3B1692F-2C15-40A6-BB33-E9B4956AF57F}" type="pres">
      <dgm:prSet presAssocID="{9B587705-9FB9-4D1F-86B3-228717A27E87}" presName="itemsFlow" presStyleCnt="0"/>
      <dgm:spPr/>
    </dgm:pt>
    <dgm:pt modelId="{0595369F-CC3F-46E2-BE91-4A838972C8DD}" type="pres">
      <dgm:prSet presAssocID="{C9AC08B3-F00A-4A37-8849-AC2848835065}" presName="item" presStyleCnt="0"/>
      <dgm:spPr/>
    </dgm:pt>
    <dgm:pt modelId="{5B7D639C-12E3-401F-BC22-D361B57F2E26}" type="pres">
      <dgm:prSet presAssocID="{C9AC08B3-F00A-4A37-8849-AC2848835065}" presName="anchor" presStyleCnt="0"/>
      <dgm:spPr/>
    </dgm:pt>
    <dgm:pt modelId="{E6A46702-0758-4C6F-9700-92A1D035D2BB}" type="pres">
      <dgm:prSet presAssocID="{C9AC08B3-F00A-4A37-8849-AC2848835065}" presName="titleText" presStyleLbl="revTx" presStyleIdx="0" presStyleCnt="0">
        <dgm:presLayoutVars>
          <dgm:chMax val="0"/>
          <dgm:chPref val="0"/>
        </dgm:presLayoutVars>
      </dgm:prSet>
      <dgm:spPr/>
    </dgm:pt>
    <dgm:pt modelId="{2D99A71C-B350-4F2A-8AC4-208DD496C64D}" type="pres">
      <dgm:prSet presAssocID="{C9AC08B3-F00A-4A37-8849-AC2848835065}" presName="dot" presStyleLbl="node1" presStyleIdx="0" presStyleCnt="8"/>
      <dgm:spPr/>
    </dgm:pt>
    <dgm:pt modelId="{0063EE73-A260-458B-8924-A82636C92063}" type="pres">
      <dgm:prSet presAssocID="{C9AC08B3-F00A-4A37-8849-AC2848835065}" presName="descText" presStyleLbl="revTx" presStyleIdx="0" presStyleCnt="0">
        <dgm:presLayoutVars>
          <dgm:chMax val="0"/>
          <dgm:chPref val="0"/>
        </dgm:presLayoutVars>
      </dgm:prSet>
      <dgm:spPr/>
    </dgm:pt>
    <dgm:pt modelId="{7D27BDE8-7D81-4963-9FC6-414FC37425AC}" type="pres">
      <dgm:prSet presAssocID="{E1BF3CD2-C2B1-4AF7-9EC5-F98DAE5224FD}" presName="spacer" presStyleCnt="0"/>
      <dgm:spPr/>
    </dgm:pt>
    <dgm:pt modelId="{72D14E4F-398A-4444-9D8B-5C275C6B5A14}" type="pres">
      <dgm:prSet presAssocID="{29D607D1-1C76-4F55-B5CD-D1A3DCABFEE8}" presName="item" presStyleCnt="0"/>
      <dgm:spPr/>
    </dgm:pt>
    <dgm:pt modelId="{A79C89DF-C995-4103-8815-B99CFD73ABD2}" type="pres">
      <dgm:prSet presAssocID="{29D607D1-1C76-4F55-B5CD-D1A3DCABFEE8}" presName="anchor" presStyleCnt="0"/>
      <dgm:spPr/>
    </dgm:pt>
    <dgm:pt modelId="{970A978C-F17F-4A6E-801C-DE4D4491FE76}" type="pres">
      <dgm:prSet presAssocID="{29D607D1-1C76-4F55-B5CD-D1A3DCABFEE8}" presName="titleText" presStyleLbl="revTx" presStyleIdx="0" presStyleCnt="0">
        <dgm:presLayoutVars>
          <dgm:chMax val="0"/>
          <dgm:chPref val="0"/>
        </dgm:presLayoutVars>
      </dgm:prSet>
      <dgm:spPr/>
    </dgm:pt>
    <dgm:pt modelId="{37D37B1B-DDFC-4EEE-8262-86D560C86F93}" type="pres">
      <dgm:prSet presAssocID="{29D607D1-1C76-4F55-B5CD-D1A3DCABFEE8}" presName="dot" presStyleLbl="node1" presStyleIdx="1" presStyleCnt="8"/>
      <dgm:spPr/>
    </dgm:pt>
    <dgm:pt modelId="{CFF8126B-4244-4896-889D-3FA59359FDA6}" type="pres">
      <dgm:prSet presAssocID="{29D607D1-1C76-4F55-B5CD-D1A3DCABFEE8}" presName="descText" presStyleLbl="revTx" presStyleIdx="0" presStyleCnt="0">
        <dgm:presLayoutVars>
          <dgm:chMax val="0"/>
          <dgm:chPref val="0"/>
        </dgm:presLayoutVars>
      </dgm:prSet>
      <dgm:spPr/>
    </dgm:pt>
    <dgm:pt modelId="{D26B573A-565F-4CB4-820B-9250AF9058C2}" type="pres">
      <dgm:prSet presAssocID="{05BBEE12-64FC-49E7-9EA5-7BDEADD4C48A}" presName="spacer" presStyleCnt="0"/>
      <dgm:spPr/>
    </dgm:pt>
    <dgm:pt modelId="{64E4D5A7-773D-4FEF-9BD1-B7BDAB697BA8}" type="pres">
      <dgm:prSet presAssocID="{F60C4C14-112C-400B-808E-82DB98DD51BE}" presName="item" presStyleCnt="0"/>
      <dgm:spPr/>
    </dgm:pt>
    <dgm:pt modelId="{D17C9ACC-F6C2-4243-BA68-C7FDF0B23C86}" type="pres">
      <dgm:prSet presAssocID="{F60C4C14-112C-400B-808E-82DB98DD51BE}" presName="anchor" presStyleCnt="0"/>
      <dgm:spPr/>
    </dgm:pt>
    <dgm:pt modelId="{3036F653-8EBA-4581-AF56-0B68ABFDC0DE}" type="pres">
      <dgm:prSet presAssocID="{F60C4C14-112C-400B-808E-82DB98DD51BE}" presName="titleText" presStyleLbl="revTx" presStyleIdx="0" presStyleCnt="0">
        <dgm:presLayoutVars>
          <dgm:chMax val="0"/>
          <dgm:chPref val="0"/>
        </dgm:presLayoutVars>
      </dgm:prSet>
      <dgm:spPr/>
    </dgm:pt>
    <dgm:pt modelId="{E4C5551D-C05A-4AE4-BB93-32DA04D949CF}" type="pres">
      <dgm:prSet presAssocID="{F60C4C14-112C-400B-808E-82DB98DD51BE}" presName="dot" presStyleLbl="node1" presStyleIdx="2" presStyleCnt="8"/>
      <dgm:spPr/>
    </dgm:pt>
    <dgm:pt modelId="{F9E94E57-1364-4511-8F1F-4B245D1F5674}" type="pres">
      <dgm:prSet presAssocID="{F60C4C14-112C-400B-808E-82DB98DD51BE}" presName="descText" presStyleLbl="revTx" presStyleIdx="0" presStyleCnt="0">
        <dgm:presLayoutVars>
          <dgm:chMax val="0"/>
          <dgm:chPref val="0"/>
        </dgm:presLayoutVars>
      </dgm:prSet>
      <dgm:spPr/>
    </dgm:pt>
    <dgm:pt modelId="{57F9D189-34D9-46A0-A5AA-F70F8D743EDE}" type="pres">
      <dgm:prSet presAssocID="{967FC855-3DAA-46DD-9118-9A23DB19A2BA}" presName="spacer" presStyleCnt="0"/>
      <dgm:spPr/>
    </dgm:pt>
    <dgm:pt modelId="{81FB8911-45D5-40C0-A08B-7F655EE69C60}" type="pres">
      <dgm:prSet presAssocID="{8ABEB913-8B37-4227-A58E-D04C3C130064}" presName="item" presStyleCnt="0"/>
      <dgm:spPr/>
    </dgm:pt>
    <dgm:pt modelId="{22AAC757-CE8C-427E-81EC-A72F4D6AE797}" type="pres">
      <dgm:prSet presAssocID="{8ABEB913-8B37-4227-A58E-D04C3C130064}" presName="anchor" presStyleCnt="0"/>
      <dgm:spPr/>
    </dgm:pt>
    <dgm:pt modelId="{809426D9-E397-436A-85D7-BD2E05331907}" type="pres">
      <dgm:prSet presAssocID="{8ABEB913-8B37-4227-A58E-D04C3C130064}" presName="titleText" presStyleLbl="revTx" presStyleIdx="0" presStyleCnt="0">
        <dgm:presLayoutVars>
          <dgm:chMax val="0"/>
          <dgm:chPref val="0"/>
        </dgm:presLayoutVars>
      </dgm:prSet>
      <dgm:spPr/>
    </dgm:pt>
    <dgm:pt modelId="{4B1A70BA-12AD-4A70-8A28-B4DE7EE107B4}" type="pres">
      <dgm:prSet presAssocID="{8ABEB913-8B37-4227-A58E-D04C3C130064}" presName="dot" presStyleLbl="node1" presStyleIdx="3" presStyleCnt="8"/>
      <dgm:spPr/>
    </dgm:pt>
    <dgm:pt modelId="{F37B4BF7-69BC-4B70-9599-E66E8731D756}" type="pres">
      <dgm:prSet presAssocID="{8ABEB913-8B37-4227-A58E-D04C3C130064}" presName="descText" presStyleLbl="revTx" presStyleIdx="0" presStyleCnt="0">
        <dgm:presLayoutVars>
          <dgm:chMax val="0"/>
          <dgm:chPref val="0"/>
        </dgm:presLayoutVars>
      </dgm:prSet>
      <dgm:spPr/>
    </dgm:pt>
    <dgm:pt modelId="{E9E0637C-CC48-4193-8275-0642D5EC68AA}" type="pres">
      <dgm:prSet presAssocID="{EC5B28C7-1589-48D0-82D4-F03244C101AB}" presName="spacer" presStyleCnt="0"/>
      <dgm:spPr/>
    </dgm:pt>
    <dgm:pt modelId="{C4BB496F-9916-4AA4-B4AE-F11964F871AD}" type="pres">
      <dgm:prSet presAssocID="{12428EC9-E627-4E39-B626-034423A18D91}" presName="item" presStyleCnt="0"/>
      <dgm:spPr/>
    </dgm:pt>
    <dgm:pt modelId="{E470DCFB-DFF2-476A-8D64-8C4CEDF4B890}" type="pres">
      <dgm:prSet presAssocID="{12428EC9-E627-4E39-B626-034423A18D91}" presName="anchor" presStyleCnt="0"/>
      <dgm:spPr/>
    </dgm:pt>
    <dgm:pt modelId="{64DDD877-8DAC-4E38-B9B1-0AEC3C6B1F41}" type="pres">
      <dgm:prSet presAssocID="{12428EC9-E627-4E39-B626-034423A18D91}" presName="titleText" presStyleLbl="revTx" presStyleIdx="0" presStyleCnt="0">
        <dgm:presLayoutVars>
          <dgm:chMax val="0"/>
          <dgm:chPref val="0"/>
        </dgm:presLayoutVars>
      </dgm:prSet>
      <dgm:spPr/>
    </dgm:pt>
    <dgm:pt modelId="{1DA02B98-1132-4C66-8CFC-3CA4CE7DFB1A}" type="pres">
      <dgm:prSet presAssocID="{12428EC9-E627-4E39-B626-034423A18D91}" presName="dot" presStyleLbl="node1" presStyleIdx="4" presStyleCnt="8"/>
      <dgm:spPr/>
    </dgm:pt>
    <dgm:pt modelId="{F2297C50-9AA7-44BA-A8A1-E2518048A28D}" type="pres">
      <dgm:prSet presAssocID="{12428EC9-E627-4E39-B626-034423A18D91}" presName="descText" presStyleLbl="revTx" presStyleIdx="0" presStyleCnt="0">
        <dgm:presLayoutVars>
          <dgm:chMax val="0"/>
          <dgm:chPref val="0"/>
        </dgm:presLayoutVars>
      </dgm:prSet>
      <dgm:spPr/>
    </dgm:pt>
    <dgm:pt modelId="{FA9FA8FC-B15D-4E04-B242-6DB8D7DD17D1}" type="pres">
      <dgm:prSet presAssocID="{3D59CF15-D8ED-4415-9244-9FF29347A0F6}" presName="spacer" presStyleCnt="0"/>
      <dgm:spPr/>
    </dgm:pt>
    <dgm:pt modelId="{88830632-20E7-4236-8435-0B0E83CDE18D}" type="pres">
      <dgm:prSet presAssocID="{49E56FF4-D08F-4603-B68E-762A3D64547C}" presName="item" presStyleCnt="0"/>
      <dgm:spPr/>
    </dgm:pt>
    <dgm:pt modelId="{BEEBA839-2C5B-4B32-8361-21B3BF336255}" type="pres">
      <dgm:prSet presAssocID="{49E56FF4-D08F-4603-B68E-762A3D64547C}" presName="anchor" presStyleCnt="0"/>
      <dgm:spPr/>
    </dgm:pt>
    <dgm:pt modelId="{6326B589-14B7-48EE-BA80-BD5A7896DB72}" type="pres">
      <dgm:prSet presAssocID="{49E56FF4-D08F-4603-B68E-762A3D64547C}" presName="titleText" presStyleLbl="revTx" presStyleIdx="0" presStyleCnt="0">
        <dgm:presLayoutVars>
          <dgm:chMax val="0"/>
          <dgm:chPref val="0"/>
        </dgm:presLayoutVars>
      </dgm:prSet>
      <dgm:spPr/>
    </dgm:pt>
    <dgm:pt modelId="{96236A55-5CAE-4353-B3D6-A762613DF749}" type="pres">
      <dgm:prSet presAssocID="{49E56FF4-D08F-4603-B68E-762A3D64547C}" presName="dot" presStyleLbl="node1" presStyleIdx="5" presStyleCnt="8"/>
      <dgm:spPr/>
    </dgm:pt>
    <dgm:pt modelId="{883F77B4-5E86-45A3-9588-DBDF53AA213C}" type="pres">
      <dgm:prSet presAssocID="{49E56FF4-D08F-4603-B68E-762A3D64547C}" presName="descText" presStyleLbl="revTx" presStyleIdx="0" presStyleCnt="0">
        <dgm:presLayoutVars>
          <dgm:chMax val="0"/>
          <dgm:chPref val="0"/>
        </dgm:presLayoutVars>
      </dgm:prSet>
      <dgm:spPr/>
    </dgm:pt>
    <dgm:pt modelId="{EA503754-EC9B-4B1C-AF53-7E74A73C7065}" type="pres">
      <dgm:prSet presAssocID="{FB47C5CA-5FF9-4500-A989-B4A107B55B10}" presName="spacer" presStyleCnt="0"/>
      <dgm:spPr/>
    </dgm:pt>
    <dgm:pt modelId="{92088C5C-C0AF-4461-B733-588255A360B9}" type="pres">
      <dgm:prSet presAssocID="{656FD1A9-03A9-454F-851D-58C32867B92F}" presName="item" presStyleCnt="0"/>
      <dgm:spPr/>
    </dgm:pt>
    <dgm:pt modelId="{903E87CA-E5D0-46BC-A47D-08924DCFB4BB}" type="pres">
      <dgm:prSet presAssocID="{656FD1A9-03A9-454F-851D-58C32867B92F}" presName="anchor" presStyleCnt="0"/>
      <dgm:spPr/>
    </dgm:pt>
    <dgm:pt modelId="{22AA9CB3-9CFD-4FEB-9543-ADB2002398F6}" type="pres">
      <dgm:prSet presAssocID="{656FD1A9-03A9-454F-851D-58C32867B92F}" presName="titleText" presStyleLbl="revTx" presStyleIdx="0" presStyleCnt="0">
        <dgm:presLayoutVars>
          <dgm:chMax val="0"/>
          <dgm:chPref val="0"/>
        </dgm:presLayoutVars>
      </dgm:prSet>
      <dgm:spPr/>
    </dgm:pt>
    <dgm:pt modelId="{13D2170B-7DDF-4494-B87D-703767501B26}" type="pres">
      <dgm:prSet presAssocID="{656FD1A9-03A9-454F-851D-58C32867B92F}" presName="dot" presStyleLbl="node1" presStyleIdx="6" presStyleCnt="8"/>
      <dgm:spPr/>
    </dgm:pt>
    <dgm:pt modelId="{FBA0A40B-C93A-42F3-B368-E7867153B205}" type="pres">
      <dgm:prSet presAssocID="{656FD1A9-03A9-454F-851D-58C32867B92F}" presName="descText" presStyleLbl="revTx" presStyleIdx="0" presStyleCnt="0">
        <dgm:presLayoutVars>
          <dgm:chMax val="0"/>
          <dgm:chPref val="0"/>
        </dgm:presLayoutVars>
      </dgm:prSet>
      <dgm:spPr/>
    </dgm:pt>
    <dgm:pt modelId="{C7F66727-F03C-4C4D-9BF6-C081B336564D}" type="pres">
      <dgm:prSet presAssocID="{23C46436-67D3-4E5E-BE75-F9369A8A8F2A}" presName="spacer" presStyleCnt="0"/>
      <dgm:spPr/>
    </dgm:pt>
    <dgm:pt modelId="{4B74253E-0EBC-4980-8318-70A45E5830D9}" type="pres">
      <dgm:prSet presAssocID="{D3F4FD09-8CD2-4D63-9D27-8A690C6B4214}" presName="item" presStyleCnt="0"/>
      <dgm:spPr/>
    </dgm:pt>
    <dgm:pt modelId="{6DE2CB3E-A262-40F3-A0E7-4CD6926A4B06}" type="pres">
      <dgm:prSet presAssocID="{D3F4FD09-8CD2-4D63-9D27-8A690C6B4214}" presName="anchor" presStyleCnt="0"/>
      <dgm:spPr/>
    </dgm:pt>
    <dgm:pt modelId="{8C1F9FD4-9638-4226-8F90-D6ABD1A36D87}" type="pres">
      <dgm:prSet presAssocID="{D3F4FD09-8CD2-4D63-9D27-8A690C6B4214}" presName="titleText" presStyleLbl="revTx" presStyleIdx="0" presStyleCnt="0">
        <dgm:presLayoutVars>
          <dgm:chMax val="0"/>
          <dgm:chPref val="0"/>
        </dgm:presLayoutVars>
      </dgm:prSet>
      <dgm:spPr/>
    </dgm:pt>
    <dgm:pt modelId="{947F520A-AA73-44BF-BC88-E8C49DD4BFEA}" type="pres">
      <dgm:prSet presAssocID="{D3F4FD09-8CD2-4D63-9D27-8A690C6B4214}" presName="dot" presStyleLbl="node1" presStyleIdx="7" presStyleCnt="8"/>
      <dgm:spPr/>
    </dgm:pt>
    <dgm:pt modelId="{6DEDBCDD-2C81-4FD9-8C63-1E1FEA5DC598}" type="pres">
      <dgm:prSet presAssocID="{D3F4FD09-8CD2-4D63-9D27-8A690C6B4214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D73B4220-5B8B-45A4-B9B1-499CA7C0446B}" srcId="{D3F4FD09-8CD2-4D63-9D27-8A690C6B4214}" destId="{5D747E3F-60FA-4342-A4C5-89D73BF627AE}" srcOrd="0" destOrd="0" parTransId="{94E8587F-B529-441E-9E8E-8A5BDC8778A0}" sibTransId="{2887903C-36F6-4BC6-BAED-06D896FD18AD}"/>
    <dgm:cxn modelId="{2C041521-7A58-4540-8385-566990BC71D4}" type="presOf" srcId="{C9AC08B3-F00A-4A37-8849-AC2848835065}" destId="{E6A46702-0758-4C6F-9700-92A1D035D2BB}" srcOrd="0" destOrd="0" presId="urn:microsoft.com/office/officeart/2026/layout/SmallDotsVertical"/>
    <dgm:cxn modelId="{412C7C29-0B20-4E9C-8CFD-02733E934EED}" type="presOf" srcId="{8ABEB913-8B37-4227-A58E-D04C3C130064}" destId="{809426D9-E397-436A-85D7-BD2E05331907}" srcOrd="0" destOrd="0" presId="urn:microsoft.com/office/officeart/2026/layout/SmallDotsVertical"/>
    <dgm:cxn modelId="{553CEF2C-C117-4C91-BAD5-E3F3CB94BDF0}" srcId="{656FD1A9-03A9-454F-851D-58C32867B92F}" destId="{B60864C0-EE24-4D06-BE55-51AAEEA3E44B}" srcOrd="0" destOrd="0" parTransId="{1C95B193-0603-43D4-8F37-97EE0F06F28D}" sibTransId="{A70B0928-07DB-4E8E-9C08-F94D99773058}"/>
    <dgm:cxn modelId="{B745452E-E0EC-4C32-8D43-68310EC9B901}" srcId="{9B587705-9FB9-4D1F-86B3-228717A27E87}" destId="{656FD1A9-03A9-454F-851D-58C32867B92F}" srcOrd="6" destOrd="0" parTransId="{BCC7C18F-460F-4C71-A4F7-318E22A8A2E5}" sibTransId="{23C46436-67D3-4E5E-BE75-F9369A8A8F2A}"/>
    <dgm:cxn modelId="{8EDF693D-42CF-48D2-B825-B0EE3972431B}" srcId="{F60C4C14-112C-400B-808E-82DB98DD51BE}" destId="{72F6DB69-B281-4B1B-B8BA-8992BBA59BA7}" srcOrd="0" destOrd="0" parTransId="{ABD8E1CE-69EF-4CFD-99A7-8AB92C05ACFF}" sibTransId="{A313D3BB-0CE7-4AD5-8F2A-EE29A3E54BAD}"/>
    <dgm:cxn modelId="{39A8BB46-ADC3-4C78-B2D5-70A6F9B0E2A8}" type="presOf" srcId="{B5BA3770-BC0B-47B3-A375-72C1751BCD39}" destId="{CFF8126B-4244-4896-889D-3FA59359FDA6}" srcOrd="0" destOrd="0" presId="urn:microsoft.com/office/officeart/2026/layout/SmallDotsVertical"/>
    <dgm:cxn modelId="{B35A916A-01C5-46C0-A4AC-C239C6CED407}" type="presOf" srcId="{EBA01696-E01A-47CE-B9E3-1C4E0DF3969F}" destId="{F37B4BF7-69BC-4B70-9599-E66E8731D756}" srcOrd="0" destOrd="0" presId="urn:microsoft.com/office/officeart/2026/layout/SmallDotsVertical"/>
    <dgm:cxn modelId="{3FDDB156-9901-4033-9162-A050CAF40560}" srcId="{9B587705-9FB9-4D1F-86B3-228717A27E87}" destId="{C9AC08B3-F00A-4A37-8849-AC2848835065}" srcOrd="0" destOrd="0" parTransId="{8DDC2754-3386-49B2-B625-BE368CBD366F}" sibTransId="{E1BF3CD2-C2B1-4AF7-9EC5-F98DAE5224FD}"/>
    <dgm:cxn modelId="{CF20C558-225C-474C-B4A2-1A59FD02E0D3}" srcId="{49E56FF4-D08F-4603-B68E-762A3D64547C}" destId="{D82CF3F9-EC8E-4D1D-88FB-AF5C02EB02F7}" srcOrd="0" destOrd="0" parTransId="{5D747D78-BD27-45A6-8A31-457EF7E2284E}" sibTransId="{AC45C87D-9C00-42BB-A768-6E359AC85C75}"/>
    <dgm:cxn modelId="{7AA2D559-2B49-4811-9F5E-9425C94B8B80}" type="presOf" srcId="{B60864C0-EE24-4D06-BE55-51AAEEA3E44B}" destId="{FBA0A40B-C93A-42F3-B368-E7867153B205}" srcOrd="0" destOrd="0" presId="urn:microsoft.com/office/officeart/2026/layout/SmallDotsVertical"/>
    <dgm:cxn modelId="{FD608B7A-6CB9-431A-9B55-4A1A18D231A6}" type="presOf" srcId="{F60C4C14-112C-400B-808E-82DB98DD51BE}" destId="{3036F653-8EBA-4581-AF56-0B68ABFDC0DE}" srcOrd="0" destOrd="0" presId="urn:microsoft.com/office/officeart/2026/layout/SmallDotsVertical"/>
    <dgm:cxn modelId="{32F1A17E-74EE-4CAF-AC5A-47C2CC89E0D0}" type="presOf" srcId="{656FD1A9-03A9-454F-851D-58C32867B92F}" destId="{22AA9CB3-9CFD-4FEB-9543-ADB2002398F6}" srcOrd="0" destOrd="0" presId="urn:microsoft.com/office/officeart/2026/layout/SmallDotsVertical"/>
    <dgm:cxn modelId="{8B408E84-8303-4AC1-A825-3C7254381535}" srcId="{9B587705-9FB9-4D1F-86B3-228717A27E87}" destId="{8ABEB913-8B37-4227-A58E-D04C3C130064}" srcOrd="3" destOrd="0" parTransId="{C4DB5891-0F7E-473D-887B-E00A80649D19}" sibTransId="{EC5B28C7-1589-48D0-82D4-F03244C101AB}"/>
    <dgm:cxn modelId="{0BE0C691-9C13-430D-AAB3-F26B14931694}" type="presOf" srcId="{9B587705-9FB9-4D1F-86B3-228717A27E87}" destId="{192CE63E-08DC-4038-BF2C-30C164302D87}" srcOrd="0" destOrd="0" presId="urn:microsoft.com/office/officeart/2026/layout/SmallDotsVertical"/>
    <dgm:cxn modelId="{EA246993-C531-459C-BB14-18669E70B5CA}" srcId="{9B587705-9FB9-4D1F-86B3-228717A27E87}" destId="{F60C4C14-112C-400B-808E-82DB98DD51BE}" srcOrd="2" destOrd="0" parTransId="{0BCD958F-74F1-46D3-9CF9-0C8D191472F5}" sibTransId="{967FC855-3DAA-46DD-9118-9A23DB19A2BA}"/>
    <dgm:cxn modelId="{49BD6499-1DE8-4C08-93A1-44DCDF1CC677}" srcId="{9B587705-9FB9-4D1F-86B3-228717A27E87}" destId="{49E56FF4-D08F-4603-B68E-762A3D64547C}" srcOrd="5" destOrd="0" parTransId="{83D8B40A-C9E1-4ABE-A59A-A62BFFCA469D}" sibTransId="{FB47C5CA-5FF9-4500-A989-B4A107B55B10}"/>
    <dgm:cxn modelId="{B3881F9D-19C9-4257-9333-95D2441F1134}" type="presOf" srcId="{A8320385-C756-499E-BC03-D71500250BBE}" destId="{F2297C50-9AA7-44BA-A8A1-E2518048A28D}" srcOrd="0" destOrd="0" presId="urn:microsoft.com/office/officeart/2026/layout/SmallDotsVertical"/>
    <dgm:cxn modelId="{A7DCC0A3-504A-4938-96BB-2452FC05A8B4}" type="presOf" srcId="{D82CF3F9-EC8E-4D1D-88FB-AF5C02EB02F7}" destId="{883F77B4-5E86-45A3-9588-DBDF53AA213C}" srcOrd="0" destOrd="0" presId="urn:microsoft.com/office/officeart/2026/layout/SmallDotsVertical"/>
    <dgm:cxn modelId="{446602A5-1797-46F0-AAFA-76B984DD4A69}" srcId="{9B587705-9FB9-4D1F-86B3-228717A27E87}" destId="{12428EC9-E627-4E39-B626-034423A18D91}" srcOrd="4" destOrd="0" parTransId="{1C48EB11-E5AD-4047-B3D0-284A5B76E52E}" sibTransId="{3D59CF15-D8ED-4415-9244-9FF29347A0F6}"/>
    <dgm:cxn modelId="{FFECFCA8-7A02-4CE2-8552-D226F4E55007}" type="presOf" srcId="{5D747E3F-60FA-4342-A4C5-89D73BF627AE}" destId="{6DEDBCDD-2C81-4FD9-8C63-1E1FEA5DC598}" srcOrd="0" destOrd="0" presId="urn:microsoft.com/office/officeart/2026/layout/SmallDotsVertical"/>
    <dgm:cxn modelId="{31BBE4B0-D189-4C81-ABC5-EB9E11C5EA51}" srcId="{9B587705-9FB9-4D1F-86B3-228717A27E87}" destId="{D3F4FD09-8CD2-4D63-9D27-8A690C6B4214}" srcOrd="7" destOrd="0" parTransId="{B6CC4773-9E82-40B9-ACBD-ACAE3326E9CC}" sibTransId="{61F6A649-DD3B-498D-8BFB-E3B4C07AD031}"/>
    <dgm:cxn modelId="{F5FA81B7-B474-4F04-B1CC-EAEFC90598F5}" type="presOf" srcId="{38F04EF5-1487-41A5-AAE8-DA989AC2108A}" destId="{0063EE73-A260-458B-8924-A82636C92063}" srcOrd="0" destOrd="0" presId="urn:microsoft.com/office/officeart/2026/layout/SmallDotsVertical"/>
    <dgm:cxn modelId="{07418DB7-FCB3-4B84-B95F-FE5160B54B7F}" srcId="{8ABEB913-8B37-4227-A58E-D04C3C130064}" destId="{EBA01696-E01A-47CE-B9E3-1C4E0DF3969F}" srcOrd="0" destOrd="0" parTransId="{712B4E6A-2CFE-44C8-A962-4FC17E1ECBA5}" sibTransId="{E1BE28DE-0680-4EDB-9BA1-833D9C58E644}"/>
    <dgm:cxn modelId="{5FC642C4-416C-4141-B209-070A8B988E61}" type="presOf" srcId="{72F6DB69-B281-4B1B-B8BA-8992BBA59BA7}" destId="{F9E94E57-1364-4511-8F1F-4B245D1F5674}" srcOrd="0" destOrd="0" presId="urn:microsoft.com/office/officeart/2026/layout/SmallDotsVertical"/>
    <dgm:cxn modelId="{3CB2CCC9-CE97-43B3-AC33-A7AB96A3246A}" type="presOf" srcId="{29D607D1-1C76-4F55-B5CD-D1A3DCABFEE8}" destId="{970A978C-F17F-4A6E-801C-DE4D4491FE76}" srcOrd="0" destOrd="0" presId="urn:microsoft.com/office/officeart/2026/layout/SmallDotsVertical"/>
    <dgm:cxn modelId="{E7B6A7CD-ED00-44D8-87F2-00829A6A4961}" type="presOf" srcId="{49E56FF4-D08F-4603-B68E-762A3D64547C}" destId="{6326B589-14B7-48EE-BA80-BD5A7896DB72}" srcOrd="0" destOrd="0" presId="urn:microsoft.com/office/officeart/2026/layout/SmallDotsVertical"/>
    <dgm:cxn modelId="{D2A001CF-9CB7-478A-849B-08D5D53EF8AD}" type="presOf" srcId="{12428EC9-E627-4E39-B626-034423A18D91}" destId="{64DDD877-8DAC-4E38-B9B1-0AEC3C6B1F41}" srcOrd="0" destOrd="0" presId="urn:microsoft.com/office/officeart/2026/layout/SmallDotsVertical"/>
    <dgm:cxn modelId="{F05709D7-8D05-45E2-A082-D92BE365FB1F}" type="presOf" srcId="{D3F4FD09-8CD2-4D63-9D27-8A690C6B4214}" destId="{8C1F9FD4-9638-4226-8F90-D6ABD1A36D87}" srcOrd="0" destOrd="0" presId="urn:microsoft.com/office/officeart/2026/layout/SmallDotsVertical"/>
    <dgm:cxn modelId="{01B31BD7-9361-4945-9777-D340B0B7602F}" srcId="{29D607D1-1C76-4F55-B5CD-D1A3DCABFEE8}" destId="{B5BA3770-BC0B-47B3-A375-72C1751BCD39}" srcOrd="0" destOrd="0" parTransId="{5A9C05FA-D44A-4962-B49A-E6681B3A8667}" sibTransId="{FAE77E63-5B30-4E21-AB1F-E6FC3D9C5180}"/>
    <dgm:cxn modelId="{37F1B9D8-A14C-4287-A563-CB2168BD3AFE}" srcId="{C9AC08B3-F00A-4A37-8849-AC2848835065}" destId="{38F04EF5-1487-41A5-AAE8-DA989AC2108A}" srcOrd="0" destOrd="0" parTransId="{AEA2D4BC-D62C-4374-AC76-76F288A965D7}" sibTransId="{38B17D2B-7123-4DB0-9715-87F37F3BC7A2}"/>
    <dgm:cxn modelId="{584131F9-8DF0-4C74-AC09-B862D35CEF1B}" srcId="{9B587705-9FB9-4D1F-86B3-228717A27E87}" destId="{29D607D1-1C76-4F55-B5CD-D1A3DCABFEE8}" srcOrd="1" destOrd="0" parTransId="{BB2941BC-0A11-437E-ACD6-47D5D19C2EBB}" sibTransId="{05BBEE12-64FC-49E7-9EA5-7BDEADD4C48A}"/>
    <dgm:cxn modelId="{C5BEDAFB-3A75-44CD-9B2C-2571CCFCB5FA}" srcId="{12428EC9-E627-4E39-B626-034423A18D91}" destId="{A8320385-C756-499E-BC03-D71500250BBE}" srcOrd="0" destOrd="0" parTransId="{EA7EC423-241E-4B35-86E3-D3E13F7A81EB}" sibTransId="{89C3BA3C-2976-4FB8-8A30-173477ECDDC1}"/>
    <dgm:cxn modelId="{7E20F6FF-738F-4E08-B15D-714EDF536D87}" type="presParOf" srcId="{192CE63E-08DC-4038-BF2C-30C164302D87}" destId="{CDD23283-BF30-45D0-81B1-3C0CC5AF5419}" srcOrd="0" destOrd="0" presId="urn:microsoft.com/office/officeart/2026/layout/SmallDotsVertical"/>
    <dgm:cxn modelId="{29D26A33-A9BC-4018-BC1C-455A6D2C8E27}" type="presParOf" srcId="{192CE63E-08DC-4038-BF2C-30C164302D87}" destId="{53B1692F-2C15-40A6-BB33-E9B4956AF57F}" srcOrd="1" destOrd="0" presId="urn:microsoft.com/office/officeart/2026/layout/SmallDotsVertical"/>
    <dgm:cxn modelId="{F5391ADE-5B05-4DBB-A345-31E280EECB23}" type="presParOf" srcId="{53B1692F-2C15-40A6-BB33-E9B4956AF57F}" destId="{0595369F-CC3F-46E2-BE91-4A838972C8DD}" srcOrd="0" destOrd="0" presId="urn:microsoft.com/office/officeart/2026/layout/SmallDotsVertical"/>
    <dgm:cxn modelId="{0AA9FBA4-FB28-4343-930A-F0A45299EA49}" type="presParOf" srcId="{0595369F-CC3F-46E2-BE91-4A838972C8DD}" destId="{5B7D639C-12E3-401F-BC22-D361B57F2E26}" srcOrd="0" destOrd="0" presId="urn:microsoft.com/office/officeart/2026/layout/SmallDotsVertical"/>
    <dgm:cxn modelId="{293161E3-CCC8-49E9-B8FA-F25410435EE6}" type="presParOf" srcId="{0595369F-CC3F-46E2-BE91-4A838972C8DD}" destId="{E6A46702-0758-4C6F-9700-92A1D035D2BB}" srcOrd="1" destOrd="0" presId="urn:microsoft.com/office/officeart/2026/layout/SmallDotsVertical"/>
    <dgm:cxn modelId="{851105DF-2872-4C38-80E5-AF4AA2516722}" type="presParOf" srcId="{0595369F-CC3F-46E2-BE91-4A838972C8DD}" destId="{2D99A71C-B350-4F2A-8AC4-208DD496C64D}" srcOrd="2" destOrd="0" presId="urn:microsoft.com/office/officeart/2026/layout/SmallDotsVertical"/>
    <dgm:cxn modelId="{F943600C-A5AD-4862-8B4B-2577A0BA5D1D}" type="presParOf" srcId="{0595369F-CC3F-46E2-BE91-4A838972C8DD}" destId="{0063EE73-A260-458B-8924-A82636C92063}" srcOrd="3" destOrd="0" presId="urn:microsoft.com/office/officeart/2026/layout/SmallDotsVertical"/>
    <dgm:cxn modelId="{BBB459CC-EE8F-42B2-B1A3-59D2A8A37D7A}" type="presParOf" srcId="{53B1692F-2C15-40A6-BB33-E9B4956AF57F}" destId="{7D27BDE8-7D81-4963-9FC6-414FC37425AC}" srcOrd="1" destOrd="0" presId="urn:microsoft.com/office/officeart/2026/layout/SmallDotsVertical"/>
    <dgm:cxn modelId="{401110DC-62A9-484F-A60B-C0D820C92427}" type="presParOf" srcId="{53B1692F-2C15-40A6-BB33-E9B4956AF57F}" destId="{72D14E4F-398A-4444-9D8B-5C275C6B5A14}" srcOrd="2" destOrd="0" presId="urn:microsoft.com/office/officeart/2026/layout/SmallDotsVertical"/>
    <dgm:cxn modelId="{568B0309-4CF1-4436-96E4-F684A056920C}" type="presParOf" srcId="{72D14E4F-398A-4444-9D8B-5C275C6B5A14}" destId="{A79C89DF-C995-4103-8815-B99CFD73ABD2}" srcOrd="0" destOrd="0" presId="urn:microsoft.com/office/officeart/2026/layout/SmallDotsVertical"/>
    <dgm:cxn modelId="{34975D8B-27AA-4DA4-9D74-70492D2568F5}" type="presParOf" srcId="{72D14E4F-398A-4444-9D8B-5C275C6B5A14}" destId="{970A978C-F17F-4A6E-801C-DE4D4491FE76}" srcOrd="1" destOrd="0" presId="urn:microsoft.com/office/officeart/2026/layout/SmallDotsVertical"/>
    <dgm:cxn modelId="{892FF428-8834-43E3-98D1-654F1F4D0C5E}" type="presParOf" srcId="{72D14E4F-398A-4444-9D8B-5C275C6B5A14}" destId="{37D37B1B-DDFC-4EEE-8262-86D560C86F93}" srcOrd="2" destOrd="0" presId="urn:microsoft.com/office/officeart/2026/layout/SmallDotsVertical"/>
    <dgm:cxn modelId="{D6EAD9C5-F3A2-4E4F-B2AA-DF98E35B032A}" type="presParOf" srcId="{72D14E4F-398A-4444-9D8B-5C275C6B5A14}" destId="{CFF8126B-4244-4896-889D-3FA59359FDA6}" srcOrd="3" destOrd="0" presId="urn:microsoft.com/office/officeart/2026/layout/SmallDotsVertical"/>
    <dgm:cxn modelId="{57A3E08D-2C6A-4790-92C7-09337EF594E5}" type="presParOf" srcId="{53B1692F-2C15-40A6-BB33-E9B4956AF57F}" destId="{D26B573A-565F-4CB4-820B-9250AF9058C2}" srcOrd="3" destOrd="0" presId="urn:microsoft.com/office/officeart/2026/layout/SmallDotsVertical"/>
    <dgm:cxn modelId="{EE53771A-4A56-4C58-A741-7E133A9335BA}" type="presParOf" srcId="{53B1692F-2C15-40A6-BB33-E9B4956AF57F}" destId="{64E4D5A7-773D-4FEF-9BD1-B7BDAB697BA8}" srcOrd="4" destOrd="0" presId="urn:microsoft.com/office/officeart/2026/layout/SmallDotsVertical"/>
    <dgm:cxn modelId="{5248E529-788F-4C26-AE06-9C334857E711}" type="presParOf" srcId="{64E4D5A7-773D-4FEF-9BD1-B7BDAB697BA8}" destId="{D17C9ACC-F6C2-4243-BA68-C7FDF0B23C86}" srcOrd="0" destOrd="0" presId="urn:microsoft.com/office/officeart/2026/layout/SmallDotsVertical"/>
    <dgm:cxn modelId="{0AAC3E9C-5C48-4AF3-9F3E-AB55C072A76A}" type="presParOf" srcId="{64E4D5A7-773D-4FEF-9BD1-B7BDAB697BA8}" destId="{3036F653-8EBA-4581-AF56-0B68ABFDC0DE}" srcOrd="1" destOrd="0" presId="urn:microsoft.com/office/officeart/2026/layout/SmallDotsVertical"/>
    <dgm:cxn modelId="{C59B5855-02E6-4054-82F8-D133373ACF61}" type="presParOf" srcId="{64E4D5A7-773D-4FEF-9BD1-B7BDAB697BA8}" destId="{E4C5551D-C05A-4AE4-BB93-32DA04D949CF}" srcOrd="2" destOrd="0" presId="urn:microsoft.com/office/officeart/2026/layout/SmallDotsVertical"/>
    <dgm:cxn modelId="{CA7AA9EA-E184-49B0-932E-EB9A5BB3078D}" type="presParOf" srcId="{64E4D5A7-773D-4FEF-9BD1-B7BDAB697BA8}" destId="{F9E94E57-1364-4511-8F1F-4B245D1F5674}" srcOrd="3" destOrd="0" presId="urn:microsoft.com/office/officeart/2026/layout/SmallDotsVertical"/>
    <dgm:cxn modelId="{C4235932-D787-45A9-8FA9-38A83DC5930D}" type="presParOf" srcId="{53B1692F-2C15-40A6-BB33-E9B4956AF57F}" destId="{57F9D189-34D9-46A0-A5AA-F70F8D743EDE}" srcOrd="5" destOrd="0" presId="urn:microsoft.com/office/officeart/2026/layout/SmallDotsVertical"/>
    <dgm:cxn modelId="{8E2B32C9-5594-49D4-ABC2-4E6C02D3D608}" type="presParOf" srcId="{53B1692F-2C15-40A6-BB33-E9B4956AF57F}" destId="{81FB8911-45D5-40C0-A08B-7F655EE69C60}" srcOrd="6" destOrd="0" presId="urn:microsoft.com/office/officeart/2026/layout/SmallDotsVertical"/>
    <dgm:cxn modelId="{B55B5252-EF57-4EBB-93B1-A8FC892F8EA8}" type="presParOf" srcId="{81FB8911-45D5-40C0-A08B-7F655EE69C60}" destId="{22AAC757-CE8C-427E-81EC-A72F4D6AE797}" srcOrd="0" destOrd="0" presId="urn:microsoft.com/office/officeart/2026/layout/SmallDotsVertical"/>
    <dgm:cxn modelId="{E2D39448-8E8B-42DE-8BE3-5C54ACF33074}" type="presParOf" srcId="{81FB8911-45D5-40C0-A08B-7F655EE69C60}" destId="{809426D9-E397-436A-85D7-BD2E05331907}" srcOrd="1" destOrd="0" presId="urn:microsoft.com/office/officeart/2026/layout/SmallDotsVertical"/>
    <dgm:cxn modelId="{4B8B03BA-0A88-4F6F-BFB9-C6D40A44CBB8}" type="presParOf" srcId="{81FB8911-45D5-40C0-A08B-7F655EE69C60}" destId="{4B1A70BA-12AD-4A70-8A28-B4DE7EE107B4}" srcOrd="2" destOrd="0" presId="urn:microsoft.com/office/officeart/2026/layout/SmallDotsVertical"/>
    <dgm:cxn modelId="{F63335FF-A482-4D95-9F73-D1A8F9D1E42A}" type="presParOf" srcId="{81FB8911-45D5-40C0-A08B-7F655EE69C60}" destId="{F37B4BF7-69BC-4B70-9599-E66E8731D756}" srcOrd="3" destOrd="0" presId="urn:microsoft.com/office/officeart/2026/layout/SmallDotsVertical"/>
    <dgm:cxn modelId="{1DA5C818-8D52-49AD-8049-CB67270FAB8E}" type="presParOf" srcId="{53B1692F-2C15-40A6-BB33-E9B4956AF57F}" destId="{E9E0637C-CC48-4193-8275-0642D5EC68AA}" srcOrd="7" destOrd="0" presId="urn:microsoft.com/office/officeart/2026/layout/SmallDotsVertical"/>
    <dgm:cxn modelId="{DDDD17BE-EF94-4A14-9602-5A46289BDEC2}" type="presParOf" srcId="{53B1692F-2C15-40A6-BB33-E9B4956AF57F}" destId="{C4BB496F-9916-4AA4-B4AE-F11964F871AD}" srcOrd="8" destOrd="0" presId="urn:microsoft.com/office/officeart/2026/layout/SmallDotsVertical"/>
    <dgm:cxn modelId="{EE80F9E9-CE49-473B-BAA8-0B884FC316F8}" type="presParOf" srcId="{C4BB496F-9916-4AA4-B4AE-F11964F871AD}" destId="{E470DCFB-DFF2-476A-8D64-8C4CEDF4B890}" srcOrd="0" destOrd="0" presId="urn:microsoft.com/office/officeart/2026/layout/SmallDotsVertical"/>
    <dgm:cxn modelId="{18F767CB-72A9-4E3E-9A15-D03B22559706}" type="presParOf" srcId="{C4BB496F-9916-4AA4-B4AE-F11964F871AD}" destId="{64DDD877-8DAC-4E38-B9B1-0AEC3C6B1F41}" srcOrd="1" destOrd="0" presId="urn:microsoft.com/office/officeart/2026/layout/SmallDotsVertical"/>
    <dgm:cxn modelId="{8C1984BA-E1CE-469A-9785-D4B6E1F7CBD9}" type="presParOf" srcId="{C4BB496F-9916-4AA4-B4AE-F11964F871AD}" destId="{1DA02B98-1132-4C66-8CFC-3CA4CE7DFB1A}" srcOrd="2" destOrd="0" presId="urn:microsoft.com/office/officeart/2026/layout/SmallDotsVertical"/>
    <dgm:cxn modelId="{FC85DE76-91AC-457D-8C5F-02317AC4DE93}" type="presParOf" srcId="{C4BB496F-9916-4AA4-B4AE-F11964F871AD}" destId="{F2297C50-9AA7-44BA-A8A1-E2518048A28D}" srcOrd="3" destOrd="0" presId="urn:microsoft.com/office/officeart/2026/layout/SmallDotsVertical"/>
    <dgm:cxn modelId="{3BBFFE7D-75FA-4466-B372-E482A0B93446}" type="presParOf" srcId="{53B1692F-2C15-40A6-BB33-E9B4956AF57F}" destId="{FA9FA8FC-B15D-4E04-B242-6DB8D7DD17D1}" srcOrd="9" destOrd="0" presId="urn:microsoft.com/office/officeart/2026/layout/SmallDotsVertical"/>
    <dgm:cxn modelId="{29C9F903-268E-485A-B7C6-BE5C8BC3C5CC}" type="presParOf" srcId="{53B1692F-2C15-40A6-BB33-E9B4956AF57F}" destId="{88830632-20E7-4236-8435-0B0E83CDE18D}" srcOrd="10" destOrd="0" presId="urn:microsoft.com/office/officeart/2026/layout/SmallDotsVertical"/>
    <dgm:cxn modelId="{F4E31178-1888-4591-BE16-6AA4C066801B}" type="presParOf" srcId="{88830632-20E7-4236-8435-0B0E83CDE18D}" destId="{BEEBA839-2C5B-4B32-8361-21B3BF336255}" srcOrd="0" destOrd="0" presId="urn:microsoft.com/office/officeart/2026/layout/SmallDotsVertical"/>
    <dgm:cxn modelId="{A68B49C0-444F-44F0-BF9A-BF9339DB0F0E}" type="presParOf" srcId="{88830632-20E7-4236-8435-0B0E83CDE18D}" destId="{6326B589-14B7-48EE-BA80-BD5A7896DB72}" srcOrd="1" destOrd="0" presId="urn:microsoft.com/office/officeart/2026/layout/SmallDotsVertical"/>
    <dgm:cxn modelId="{37526EE1-C0FB-4F89-9305-5B8E5731852F}" type="presParOf" srcId="{88830632-20E7-4236-8435-0B0E83CDE18D}" destId="{96236A55-5CAE-4353-B3D6-A762613DF749}" srcOrd="2" destOrd="0" presId="urn:microsoft.com/office/officeart/2026/layout/SmallDotsVertical"/>
    <dgm:cxn modelId="{7493099C-F03C-41AE-97D1-D242143FD7A1}" type="presParOf" srcId="{88830632-20E7-4236-8435-0B0E83CDE18D}" destId="{883F77B4-5E86-45A3-9588-DBDF53AA213C}" srcOrd="3" destOrd="0" presId="urn:microsoft.com/office/officeart/2026/layout/SmallDotsVertical"/>
    <dgm:cxn modelId="{0A6B8BA5-C9EA-4D07-AB9D-BC2E3D540B87}" type="presParOf" srcId="{53B1692F-2C15-40A6-BB33-E9B4956AF57F}" destId="{EA503754-EC9B-4B1C-AF53-7E74A73C7065}" srcOrd="11" destOrd="0" presId="urn:microsoft.com/office/officeart/2026/layout/SmallDotsVertical"/>
    <dgm:cxn modelId="{20A3F4A0-5658-4E86-86EB-180FE58EF8D8}" type="presParOf" srcId="{53B1692F-2C15-40A6-BB33-E9B4956AF57F}" destId="{92088C5C-C0AF-4461-B733-588255A360B9}" srcOrd="12" destOrd="0" presId="urn:microsoft.com/office/officeart/2026/layout/SmallDotsVertical"/>
    <dgm:cxn modelId="{22A01F34-9F55-406A-87FD-BA412E7F1A69}" type="presParOf" srcId="{92088C5C-C0AF-4461-B733-588255A360B9}" destId="{903E87CA-E5D0-46BC-A47D-08924DCFB4BB}" srcOrd="0" destOrd="0" presId="urn:microsoft.com/office/officeart/2026/layout/SmallDotsVertical"/>
    <dgm:cxn modelId="{CE5F31DD-9FAF-4CF5-B941-F11AA78E07BE}" type="presParOf" srcId="{92088C5C-C0AF-4461-B733-588255A360B9}" destId="{22AA9CB3-9CFD-4FEB-9543-ADB2002398F6}" srcOrd="1" destOrd="0" presId="urn:microsoft.com/office/officeart/2026/layout/SmallDotsVertical"/>
    <dgm:cxn modelId="{7D1CD515-6F9D-4E70-B325-377C4616D28C}" type="presParOf" srcId="{92088C5C-C0AF-4461-B733-588255A360B9}" destId="{13D2170B-7DDF-4494-B87D-703767501B26}" srcOrd="2" destOrd="0" presId="urn:microsoft.com/office/officeart/2026/layout/SmallDotsVertical"/>
    <dgm:cxn modelId="{0BE1A2F8-5FC3-4DCE-A282-6613933C3F93}" type="presParOf" srcId="{92088C5C-C0AF-4461-B733-588255A360B9}" destId="{FBA0A40B-C93A-42F3-B368-E7867153B205}" srcOrd="3" destOrd="0" presId="urn:microsoft.com/office/officeart/2026/layout/SmallDotsVertical"/>
    <dgm:cxn modelId="{C50E3D4E-01F5-4971-A889-2292B02B6503}" type="presParOf" srcId="{53B1692F-2C15-40A6-BB33-E9B4956AF57F}" destId="{C7F66727-F03C-4C4D-9BF6-C081B336564D}" srcOrd="13" destOrd="0" presId="urn:microsoft.com/office/officeart/2026/layout/SmallDotsVertical"/>
    <dgm:cxn modelId="{FBAD2E7A-ABCD-4887-90F2-90EC2A97B6BE}" type="presParOf" srcId="{53B1692F-2C15-40A6-BB33-E9B4956AF57F}" destId="{4B74253E-0EBC-4980-8318-70A45E5830D9}" srcOrd="14" destOrd="0" presId="urn:microsoft.com/office/officeart/2026/layout/SmallDotsVertical"/>
    <dgm:cxn modelId="{9AE17649-B193-445E-9E49-4440EFDE9E63}" type="presParOf" srcId="{4B74253E-0EBC-4980-8318-70A45E5830D9}" destId="{6DE2CB3E-A262-40F3-A0E7-4CD6926A4B06}" srcOrd="0" destOrd="0" presId="urn:microsoft.com/office/officeart/2026/layout/SmallDotsVertical"/>
    <dgm:cxn modelId="{D5119C18-90D5-4950-82B6-EA808955A4E1}" type="presParOf" srcId="{4B74253E-0EBC-4980-8318-70A45E5830D9}" destId="{8C1F9FD4-9638-4226-8F90-D6ABD1A36D87}" srcOrd="1" destOrd="0" presId="urn:microsoft.com/office/officeart/2026/layout/SmallDotsVertical"/>
    <dgm:cxn modelId="{5CDDFD8F-DE5C-46B7-A87F-A7401103360F}" type="presParOf" srcId="{4B74253E-0EBC-4980-8318-70A45E5830D9}" destId="{947F520A-AA73-44BF-BC88-E8C49DD4BFEA}" srcOrd="2" destOrd="0" presId="urn:microsoft.com/office/officeart/2026/layout/SmallDotsVertical"/>
    <dgm:cxn modelId="{F1691158-A0CF-4794-89D1-926BC989BAE7}" type="presParOf" srcId="{4B74253E-0EBC-4980-8318-70A45E5830D9}" destId="{6DEDBCDD-2C81-4FD9-8C63-1E1FEA5DC598}" srcOrd="3" destOrd="0" presId="urn:microsoft.com/office/officeart/2026/layout/SmallDotsVertic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F38EDD-43B0-4A9A-B4E4-AE46AAC0DD0E}">
      <dsp:nvSpPr>
        <dsp:cNvPr id="0" name=""/>
        <dsp:cNvSpPr/>
      </dsp:nvSpPr>
      <dsp:spPr>
        <a:xfrm>
          <a:off x="2796032" y="108373"/>
          <a:ext cx="16256" cy="520192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970EA-21F3-45F3-8BEA-763F5788F99B}">
      <dsp:nvSpPr>
        <dsp:cNvPr id="0" name=""/>
        <dsp:cNvSpPr/>
      </dsp:nvSpPr>
      <dsp:spPr>
        <a:xfrm>
          <a:off x="0" y="108817"/>
          <a:ext cx="2535936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Data Collection</a:t>
          </a:r>
        </a:p>
      </dsp:txBody>
      <dsp:txXfrm>
        <a:off x="0" y="108817"/>
        <a:ext cx="2535936" cy="509905"/>
      </dsp:txXfrm>
    </dsp:sp>
    <dsp:sp modelId="{E8D8B265-B6C6-451F-8784-A34D29B8C7CA}">
      <dsp:nvSpPr>
        <dsp:cNvPr id="0" name=""/>
        <dsp:cNvSpPr/>
      </dsp:nvSpPr>
      <dsp:spPr>
        <a:xfrm>
          <a:off x="2768466" y="328077"/>
          <a:ext cx="71386" cy="71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D2AFA-D77E-4321-A687-4386CCC0B32D}">
      <dsp:nvSpPr>
        <dsp:cNvPr id="0" name=""/>
        <dsp:cNvSpPr/>
      </dsp:nvSpPr>
      <dsp:spPr>
        <a:xfrm>
          <a:off x="3080511" y="108817"/>
          <a:ext cx="5047488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4445" rIns="8890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Football-Data.co.uk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Download 72 </a:t>
          </a:r>
          <a:r>
            <a:rPr lang="en-IE" sz="700" kern="1200"/>
            <a:t>CSV Files</a:t>
          </a:r>
          <a:endParaRPr lang="en-IE" sz="700" kern="1200" dirty="0"/>
        </a:p>
      </dsp:txBody>
      <dsp:txXfrm>
        <a:off x="3080511" y="108817"/>
        <a:ext cx="5047488" cy="509905"/>
      </dsp:txXfrm>
    </dsp:sp>
    <dsp:sp modelId="{DEFFA1BE-CF3F-4E0B-B0C6-E2663C649C36}">
      <dsp:nvSpPr>
        <dsp:cNvPr id="0" name=""/>
        <dsp:cNvSpPr/>
      </dsp:nvSpPr>
      <dsp:spPr>
        <a:xfrm>
          <a:off x="0" y="695208"/>
          <a:ext cx="2535936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Excel Data Model</a:t>
          </a:r>
        </a:p>
      </dsp:txBody>
      <dsp:txXfrm>
        <a:off x="0" y="695208"/>
        <a:ext cx="2535936" cy="509905"/>
      </dsp:txXfrm>
    </dsp:sp>
    <dsp:sp modelId="{6D60092E-92EE-4D8F-A794-504BA7CBA3E9}">
      <dsp:nvSpPr>
        <dsp:cNvPr id="0" name=""/>
        <dsp:cNvSpPr/>
      </dsp:nvSpPr>
      <dsp:spPr>
        <a:xfrm>
          <a:off x="2768466" y="914467"/>
          <a:ext cx="71386" cy="71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11095-BB1C-4647-B74D-119364A0EFD2}">
      <dsp:nvSpPr>
        <dsp:cNvPr id="0" name=""/>
        <dsp:cNvSpPr/>
      </dsp:nvSpPr>
      <dsp:spPr>
        <a:xfrm>
          <a:off x="3080511" y="695208"/>
          <a:ext cx="5047488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4445" rIns="8890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Create 6 </a:t>
          </a:r>
          <a:r>
            <a:rPr lang="en-IE" sz="700" kern="1200"/>
            <a:t>Master Files</a:t>
          </a:r>
          <a:endParaRPr lang="en-IE" sz="700" kern="1200" dirty="0"/>
        </a:p>
      </dsp:txBody>
      <dsp:txXfrm>
        <a:off x="3080511" y="695208"/>
        <a:ext cx="5047488" cy="509905"/>
      </dsp:txXfrm>
    </dsp:sp>
    <dsp:sp modelId="{F8F48CE4-C341-4057-83C5-067EAC87B1DA}">
      <dsp:nvSpPr>
        <dsp:cNvPr id="0" name=""/>
        <dsp:cNvSpPr/>
      </dsp:nvSpPr>
      <dsp:spPr>
        <a:xfrm>
          <a:off x="0" y="1281599"/>
          <a:ext cx="2535936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Python Data Preparation</a:t>
          </a:r>
        </a:p>
      </dsp:txBody>
      <dsp:txXfrm>
        <a:off x="0" y="1281599"/>
        <a:ext cx="2535936" cy="509905"/>
      </dsp:txXfrm>
    </dsp:sp>
    <dsp:sp modelId="{508618D2-EB4A-400D-A4F1-C56162DD0708}">
      <dsp:nvSpPr>
        <dsp:cNvPr id="0" name=""/>
        <dsp:cNvSpPr/>
      </dsp:nvSpPr>
      <dsp:spPr>
        <a:xfrm>
          <a:off x="2768466" y="1500858"/>
          <a:ext cx="71386" cy="71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C28ADC-6196-4C93-8299-50C0D156BBC8}">
      <dsp:nvSpPr>
        <dsp:cNvPr id="0" name=""/>
        <dsp:cNvSpPr/>
      </dsp:nvSpPr>
      <dsp:spPr>
        <a:xfrm>
          <a:off x="3080511" y="1318970"/>
          <a:ext cx="5047488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4445" rIns="8890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Clean Data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Handle Missing Values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Transform Data</a:t>
          </a:r>
        </a:p>
      </dsp:txBody>
      <dsp:txXfrm>
        <a:off x="3080511" y="1318970"/>
        <a:ext cx="5047488" cy="509905"/>
      </dsp:txXfrm>
    </dsp:sp>
    <dsp:sp modelId="{8EDE1987-E2E3-4192-BDA5-5EEE0A37EBDD}">
      <dsp:nvSpPr>
        <dsp:cNvPr id="0" name=""/>
        <dsp:cNvSpPr/>
      </dsp:nvSpPr>
      <dsp:spPr>
        <a:xfrm>
          <a:off x="0" y="1867990"/>
          <a:ext cx="2535936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Integrated Football Dataset</a:t>
          </a:r>
        </a:p>
      </dsp:txBody>
      <dsp:txXfrm>
        <a:off x="0" y="1867990"/>
        <a:ext cx="2535936" cy="509905"/>
      </dsp:txXfrm>
    </dsp:sp>
    <dsp:sp modelId="{37091E21-D96E-4524-A45A-6A01399E46BB}">
      <dsp:nvSpPr>
        <dsp:cNvPr id="0" name=""/>
        <dsp:cNvSpPr/>
      </dsp:nvSpPr>
      <dsp:spPr>
        <a:xfrm>
          <a:off x="2768466" y="2087249"/>
          <a:ext cx="71386" cy="71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DB2B2-2D79-4395-BA8B-6BC2A024D7EA}">
      <dsp:nvSpPr>
        <dsp:cNvPr id="0" name=""/>
        <dsp:cNvSpPr/>
      </dsp:nvSpPr>
      <dsp:spPr>
        <a:xfrm>
          <a:off x="3080511" y="1867990"/>
          <a:ext cx="5047488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4445" rIns="8890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Merge Data</a:t>
          </a:r>
        </a:p>
      </dsp:txBody>
      <dsp:txXfrm>
        <a:off x="3080511" y="1867990"/>
        <a:ext cx="5047488" cy="509905"/>
      </dsp:txXfrm>
    </dsp:sp>
    <dsp:sp modelId="{F735DB6D-82A8-4437-A629-3CF65EBC0646}">
      <dsp:nvSpPr>
        <dsp:cNvPr id="0" name=""/>
        <dsp:cNvSpPr/>
      </dsp:nvSpPr>
      <dsp:spPr>
        <a:xfrm>
          <a:off x="0" y="2454380"/>
          <a:ext cx="2535936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Feature Engineering</a:t>
          </a:r>
        </a:p>
      </dsp:txBody>
      <dsp:txXfrm>
        <a:off x="0" y="2454380"/>
        <a:ext cx="2535936" cy="509905"/>
      </dsp:txXfrm>
    </dsp:sp>
    <dsp:sp modelId="{6FDFEB3A-F3E7-4A52-9ACF-1C11CF24DE88}">
      <dsp:nvSpPr>
        <dsp:cNvPr id="0" name=""/>
        <dsp:cNvSpPr/>
      </dsp:nvSpPr>
      <dsp:spPr>
        <a:xfrm>
          <a:off x="2768466" y="2673640"/>
          <a:ext cx="71386" cy="71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302AB4-F7C7-4532-B14C-1A90D3EF1776}">
      <dsp:nvSpPr>
        <dsp:cNvPr id="0" name=""/>
        <dsp:cNvSpPr/>
      </dsp:nvSpPr>
      <dsp:spPr>
        <a:xfrm>
          <a:off x="3080511" y="2454380"/>
          <a:ext cx="5047488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4445" rIns="8890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Team Form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Home Advantage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Rolling Statistics</a:t>
          </a:r>
        </a:p>
      </dsp:txBody>
      <dsp:txXfrm>
        <a:off x="3080511" y="2454380"/>
        <a:ext cx="5047488" cy="509905"/>
      </dsp:txXfrm>
    </dsp:sp>
    <dsp:sp modelId="{CA2FD48D-5B4C-4EC3-A5AD-930E6DAB4AAF}">
      <dsp:nvSpPr>
        <dsp:cNvPr id="0" name=""/>
        <dsp:cNvSpPr/>
      </dsp:nvSpPr>
      <dsp:spPr>
        <a:xfrm>
          <a:off x="0" y="3040771"/>
          <a:ext cx="2535936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Exploratory Data Analysis</a:t>
          </a:r>
        </a:p>
      </dsp:txBody>
      <dsp:txXfrm>
        <a:off x="0" y="3040771"/>
        <a:ext cx="2535936" cy="509905"/>
      </dsp:txXfrm>
    </dsp:sp>
    <dsp:sp modelId="{3D789A55-C244-437A-BC88-9D7421CABA28}">
      <dsp:nvSpPr>
        <dsp:cNvPr id="0" name=""/>
        <dsp:cNvSpPr/>
      </dsp:nvSpPr>
      <dsp:spPr>
        <a:xfrm>
          <a:off x="2768466" y="3260030"/>
          <a:ext cx="71386" cy="71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A5193-D9D4-4715-8A53-E7CE44B97D26}">
      <dsp:nvSpPr>
        <dsp:cNvPr id="0" name=""/>
        <dsp:cNvSpPr/>
      </dsp:nvSpPr>
      <dsp:spPr>
        <a:xfrm>
          <a:off x="3080511" y="3040771"/>
          <a:ext cx="5047488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4445" rIns="8890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Goal Trends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Win Percentage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League Comparisons</a:t>
          </a:r>
        </a:p>
      </dsp:txBody>
      <dsp:txXfrm>
        <a:off x="3080511" y="3040771"/>
        <a:ext cx="5047488" cy="509905"/>
      </dsp:txXfrm>
    </dsp:sp>
    <dsp:sp modelId="{AEB5763A-A3A2-41C2-942D-11ECA5B689CB}">
      <dsp:nvSpPr>
        <dsp:cNvPr id="0" name=""/>
        <dsp:cNvSpPr/>
      </dsp:nvSpPr>
      <dsp:spPr>
        <a:xfrm>
          <a:off x="0" y="3627162"/>
          <a:ext cx="2535936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Machine Learning Models</a:t>
          </a:r>
        </a:p>
      </dsp:txBody>
      <dsp:txXfrm>
        <a:off x="0" y="3627162"/>
        <a:ext cx="2535936" cy="509905"/>
      </dsp:txXfrm>
    </dsp:sp>
    <dsp:sp modelId="{5FEE1B28-4D0F-4175-BEB1-F7382E2DC6B4}">
      <dsp:nvSpPr>
        <dsp:cNvPr id="0" name=""/>
        <dsp:cNvSpPr/>
      </dsp:nvSpPr>
      <dsp:spPr>
        <a:xfrm>
          <a:off x="2768466" y="3846421"/>
          <a:ext cx="71386" cy="71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54140B-98D3-46A8-9C01-D20FB6CE3A1C}">
      <dsp:nvSpPr>
        <dsp:cNvPr id="0" name=""/>
        <dsp:cNvSpPr/>
      </dsp:nvSpPr>
      <dsp:spPr>
        <a:xfrm>
          <a:off x="3080511" y="3627162"/>
          <a:ext cx="5047488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4445" rIns="8890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Logistic Regression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Decision tree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Random Forest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/>
            <a:t>XGBoost</a:t>
          </a:r>
          <a:endParaRPr lang="en-IE" sz="700" kern="1200" dirty="0"/>
        </a:p>
      </dsp:txBody>
      <dsp:txXfrm>
        <a:off x="3080511" y="3627162"/>
        <a:ext cx="5047488" cy="509905"/>
      </dsp:txXfrm>
    </dsp:sp>
    <dsp:sp modelId="{E576AFDF-9639-465E-B9C8-12F92B8B3B5B}">
      <dsp:nvSpPr>
        <dsp:cNvPr id="0" name=""/>
        <dsp:cNvSpPr/>
      </dsp:nvSpPr>
      <dsp:spPr>
        <a:xfrm>
          <a:off x="0" y="4213553"/>
          <a:ext cx="2535936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Model Evaluation</a:t>
          </a:r>
        </a:p>
      </dsp:txBody>
      <dsp:txXfrm>
        <a:off x="0" y="4213553"/>
        <a:ext cx="2535936" cy="509905"/>
      </dsp:txXfrm>
    </dsp:sp>
    <dsp:sp modelId="{57AA703B-F8E1-4E54-AFE1-8E2895244C25}">
      <dsp:nvSpPr>
        <dsp:cNvPr id="0" name=""/>
        <dsp:cNvSpPr/>
      </dsp:nvSpPr>
      <dsp:spPr>
        <a:xfrm>
          <a:off x="2768466" y="4432812"/>
          <a:ext cx="71386" cy="71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289D8-E9E4-4AB8-A2A7-605EE29628E4}">
      <dsp:nvSpPr>
        <dsp:cNvPr id="0" name=""/>
        <dsp:cNvSpPr/>
      </dsp:nvSpPr>
      <dsp:spPr>
        <a:xfrm>
          <a:off x="3080511" y="4213553"/>
          <a:ext cx="5047488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4445" rIns="8890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Accuracy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Precision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/>
            <a:t>Recall</a:t>
          </a:r>
          <a:endParaRPr lang="en-IE" sz="700" kern="1200" dirty="0"/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F1 Score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Confusion Matrix</a:t>
          </a:r>
        </a:p>
      </dsp:txBody>
      <dsp:txXfrm>
        <a:off x="3080511" y="4213553"/>
        <a:ext cx="5047488" cy="509905"/>
      </dsp:txXfrm>
    </dsp:sp>
    <dsp:sp modelId="{967E96B1-9801-4735-9337-4E37113A8048}">
      <dsp:nvSpPr>
        <dsp:cNvPr id="0" name=""/>
        <dsp:cNvSpPr/>
      </dsp:nvSpPr>
      <dsp:spPr>
        <a:xfrm>
          <a:off x="0" y="4799944"/>
          <a:ext cx="2535936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Visualisation &amp; Final Report</a:t>
          </a:r>
        </a:p>
      </dsp:txBody>
      <dsp:txXfrm>
        <a:off x="0" y="4799944"/>
        <a:ext cx="2535936" cy="509905"/>
      </dsp:txXfrm>
    </dsp:sp>
    <dsp:sp modelId="{0015C149-5A43-41ED-9824-1FEDC02F762D}">
      <dsp:nvSpPr>
        <dsp:cNvPr id="0" name=""/>
        <dsp:cNvSpPr/>
      </dsp:nvSpPr>
      <dsp:spPr>
        <a:xfrm>
          <a:off x="2768466" y="5019203"/>
          <a:ext cx="71386" cy="71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F22AF-20DB-452F-8C4A-ACE81689714D}">
      <dsp:nvSpPr>
        <dsp:cNvPr id="0" name=""/>
        <dsp:cNvSpPr/>
      </dsp:nvSpPr>
      <dsp:spPr>
        <a:xfrm>
          <a:off x="3080511" y="4799944"/>
          <a:ext cx="5047488" cy="5099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4445" rIns="8890" bIns="4445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Performance Reporting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700" kern="1200" dirty="0"/>
            <a:t>Model Comparison charts</a:t>
          </a:r>
        </a:p>
      </dsp:txBody>
      <dsp:txXfrm>
        <a:off x="3080511" y="4799944"/>
        <a:ext cx="5047488" cy="5099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D23283-BF30-45D0-81B1-3C0CC5AF5419}">
      <dsp:nvSpPr>
        <dsp:cNvPr id="0" name=""/>
        <dsp:cNvSpPr/>
      </dsp:nvSpPr>
      <dsp:spPr>
        <a:xfrm>
          <a:off x="2885942" y="95938"/>
          <a:ext cx="16778" cy="4605035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A46702-0758-4C6F-9700-92A1D035D2BB}">
      <dsp:nvSpPr>
        <dsp:cNvPr id="0" name=""/>
        <dsp:cNvSpPr/>
      </dsp:nvSpPr>
      <dsp:spPr>
        <a:xfrm>
          <a:off x="0" y="96430"/>
          <a:ext cx="2617482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CA1 Proposal Submission</a:t>
          </a:r>
        </a:p>
      </dsp:txBody>
      <dsp:txXfrm>
        <a:off x="0" y="96430"/>
        <a:ext cx="2617482" cy="508735"/>
      </dsp:txXfrm>
    </dsp:sp>
    <dsp:sp modelId="{2D99A71C-B350-4F2A-8AC4-208DD496C64D}">
      <dsp:nvSpPr>
        <dsp:cNvPr id="0" name=""/>
        <dsp:cNvSpPr/>
      </dsp:nvSpPr>
      <dsp:spPr>
        <a:xfrm>
          <a:off x="2858720" y="315186"/>
          <a:ext cx="71222" cy="71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63EE73-A260-458B-8924-A82636C92063}">
      <dsp:nvSpPr>
        <dsp:cNvPr id="0" name=""/>
        <dsp:cNvSpPr/>
      </dsp:nvSpPr>
      <dsp:spPr>
        <a:xfrm>
          <a:off x="3179570" y="96430"/>
          <a:ext cx="5209797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1430" rIns="22860" bIns="1143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 dirty="0"/>
            <a:t>October 2026</a:t>
          </a:r>
        </a:p>
      </dsp:txBody>
      <dsp:txXfrm>
        <a:off x="3179570" y="96430"/>
        <a:ext cx="5209797" cy="508735"/>
      </dsp:txXfrm>
    </dsp:sp>
    <dsp:sp modelId="{970A978C-F17F-4A6E-801C-DE4D4491FE76}">
      <dsp:nvSpPr>
        <dsp:cNvPr id="0" name=""/>
        <dsp:cNvSpPr/>
      </dsp:nvSpPr>
      <dsp:spPr>
        <a:xfrm>
          <a:off x="0" y="681475"/>
          <a:ext cx="2617482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Data Collection</a:t>
          </a:r>
        </a:p>
      </dsp:txBody>
      <dsp:txXfrm>
        <a:off x="0" y="681475"/>
        <a:ext cx="2617482" cy="508735"/>
      </dsp:txXfrm>
    </dsp:sp>
    <dsp:sp modelId="{37D37B1B-DDFC-4EEE-8262-86D560C86F93}">
      <dsp:nvSpPr>
        <dsp:cNvPr id="0" name=""/>
        <dsp:cNvSpPr/>
      </dsp:nvSpPr>
      <dsp:spPr>
        <a:xfrm>
          <a:off x="2858720" y="900231"/>
          <a:ext cx="71222" cy="71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8126B-4244-4896-889D-3FA59359FDA6}">
      <dsp:nvSpPr>
        <dsp:cNvPr id="0" name=""/>
        <dsp:cNvSpPr/>
      </dsp:nvSpPr>
      <dsp:spPr>
        <a:xfrm>
          <a:off x="3179570" y="681475"/>
          <a:ext cx="5209797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1430" rIns="22860" bIns="1143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 dirty="0"/>
            <a:t>October / November 2026</a:t>
          </a:r>
        </a:p>
      </dsp:txBody>
      <dsp:txXfrm>
        <a:off x="3179570" y="681475"/>
        <a:ext cx="5209797" cy="508735"/>
      </dsp:txXfrm>
    </dsp:sp>
    <dsp:sp modelId="{3036F653-8EBA-4581-AF56-0B68ABFDC0DE}">
      <dsp:nvSpPr>
        <dsp:cNvPr id="0" name=""/>
        <dsp:cNvSpPr/>
      </dsp:nvSpPr>
      <dsp:spPr>
        <a:xfrm>
          <a:off x="0" y="1266520"/>
          <a:ext cx="2617482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Data Preparation</a:t>
          </a:r>
        </a:p>
      </dsp:txBody>
      <dsp:txXfrm>
        <a:off x="0" y="1266520"/>
        <a:ext cx="2617482" cy="508735"/>
      </dsp:txXfrm>
    </dsp:sp>
    <dsp:sp modelId="{E4C5551D-C05A-4AE4-BB93-32DA04D949CF}">
      <dsp:nvSpPr>
        <dsp:cNvPr id="0" name=""/>
        <dsp:cNvSpPr/>
      </dsp:nvSpPr>
      <dsp:spPr>
        <a:xfrm>
          <a:off x="2858720" y="1485276"/>
          <a:ext cx="71222" cy="71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94E57-1364-4511-8F1F-4B245D1F5674}">
      <dsp:nvSpPr>
        <dsp:cNvPr id="0" name=""/>
        <dsp:cNvSpPr/>
      </dsp:nvSpPr>
      <dsp:spPr>
        <a:xfrm>
          <a:off x="3179570" y="1266520"/>
          <a:ext cx="5209797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1430" rIns="22860" bIns="1143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 dirty="0"/>
            <a:t>October / November 2026</a:t>
          </a:r>
        </a:p>
      </dsp:txBody>
      <dsp:txXfrm>
        <a:off x="3179570" y="1266520"/>
        <a:ext cx="5209797" cy="508735"/>
      </dsp:txXfrm>
    </dsp:sp>
    <dsp:sp modelId="{809426D9-E397-436A-85D7-BD2E05331907}">
      <dsp:nvSpPr>
        <dsp:cNvPr id="0" name=""/>
        <dsp:cNvSpPr/>
      </dsp:nvSpPr>
      <dsp:spPr>
        <a:xfrm>
          <a:off x="0" y="1851565"/>
          <a:ext cx="2617482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Exploratory Data Analysis</a:t>
          </a:r>
        </a:p>
      </dsp:txBody>
      <dsp:txXfrm>
        <a:off x="0" y="1851565"/>
        <a:ext cx="2617482" cy="508735"/>
      </dsp:txXfrm>
    </dsp:sp>
    <dsp:sp modelId="{4B1A70BA-12AD-4A70-8A28-B4DE7EE107B4}">
      <dsp:nvSpPr>
        <dsp:cNvPr id="0" name=""/>
        <dsp:cNvSpPr/>
      </dsp:nvSpPr>
      <dsp:spPr>
        <a:xfrm>
          <a:off x="2858720" y="2070321"/>
          <a:ext cx="71222" cy="71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B4BF7-69BC-4B70-9599-E66E8731D756}">
      <dsp:nvSpPr>
        <dsp:cNvPr id="0" name=""/>
        <dsp:cNvSpPr/>
      </dsp:nvSpPr>
      <dsp:spPr>
        <a:xfrm>
          <a:off x="3179570" y="1851565"/>
          <a:ext cx="5209797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1430" rIns="22860" bIns="1143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 dirty="0"/>
            <a:t>November 2026</a:t>
          </a:r>
        </a:p>
      </dsp:txBody>
      <dsp:txXfrm>
        <a:off x="3179570" y="1851565"/>
        <a:ext cx="5209797" cy="508735"/>
      </dsp:txXfrm>
    </dsp:sp>
    <dsp:sp modelId="{64DDD877-8DAC-4E38-B9B1-0AEC3C6B1F41}">
      <dsp:nvSpPr>
        <dsp:cNvPr id="0" name=""/>
        <dsp:cNvSpPr/>
      </dsp:nvSpPr>
      <dsp:spPr>
        <a:xfrm>
          <a:off x="0" y="2436611"/>
          <a:ext cx="2617482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Feature Engineering</a:t>
          </a:r>
        </a:p>
      </dsp:txBody>
      <dsp:txXfrm>
        <a:off x="0" y="2436611"/>
        <a:ext cx="2617482" cy="508735"/>
      </dsp:txXfrm>
    </dsp:sp>
    <dsp:sp modelId="{1DA02B98-1132-4C66-8CFC-3CA4CE7DFB1A}">
      <dsp:nvSpPr>
        <dsp:cNvPr id="0" name=""/>
        <dsp:cNvSpPr/>
      </dsp:nvSpPr>
      <dsp:spPr>
        <a:xfrm>
          <a:off x="2858720" y="2655367"/>
          <a:ext cx="71222" cy="71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297C50-9AA7-44BA-A8A1-E2518048A28D}">
      <dsp:nvSpPr>
        <dsp:cNvPr id="0" name=""/>
        <dsp:cNvSpPr/>
      </dsp:nvSpPr>
      <dsp:spPr>
        <a:xfrm>
          <a:off x="3179570" y="2436611"/>
          <a:ext cx="5209797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1430" rIns="22860" bIns="1143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 dirty="0"/>
            <a:t> December 2026 / January 2027</a:t>
          </a:r>
        </a:p>
      </dsp:txBody>
      <dsp:txXfrm>
        <a:off x="3179570" y="2436611"/>
        <a:ext cx="5209797" cy="508735"/>
      </dsp:txXfrm>
    </dsp:sp>
    <dsp:sp modelId="{6326B589-14B7-48EE-BA80-BD5A7896DB72}">
      <dsp:nvSpPr>
        <dsp:cNvPr id="0" name=""/>
        <dsp:cNvSpPr/>
      </dsp:nvSpPr>
      <dsp:spPr>
        <a:xfrm>
          <a:off x="0" y="3021656"/>
          <a:ext cx="2617482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Machine Learning Modelling</a:t>
          </a:r>
        </a:p>
      </dsp:txBody>
      <dsp:txXfrm>
        <a:off x="0" y="3021656"/>
        <a:ext cx="2617482" cy="508735"/>
      </dsp:txXfrm>
    </dsp:sp>
    <dsp:sp modelId="{96236A55-5CAE-4353-B3D6-A762613DF749}">
      <dsp:nvSpPr>
        <dsp:cNvPr id="0" name=""/>
        <dsp:cNvSpPr/>
      </dsp:nvSpPr>
      <dsp:spPr>
        <a:xfrm>
          <a:off x="2858720" y="3240412"/>
          <a:ext cx="71222" cy="71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F77B4-5E86-45A3-9588-DBDF53AA213C}">
      <dsp:nvSpPr>
        <dsp:cNvPr id="0" name=""/>
        <dsp:cNvSpPr/>
      </dsp:nvSpPr>
      <dsp:spPr>
        <a:xfrm>
          <a:off x="3179570" y="3021656"/>
          <a:ext cx="5209797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1430" rIns="22860" bIns="1143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 dirty="0"/>
            <a:t>February 2027</a:t>
          </a:r>
        </a:p>
      </dsp:txBody>
      <dsp:txXfrm>
        <a:off x="3179570" y="3021656"/>
        <a:ext cx="5209797" cy="508735"/>
      </dsp:txXfrm>
    </dsp:sp>
    <dsp:sp modelId="{22AA9CB3-9CFD-4FEB-9543-ADB2002398F6}">
      <dsp:nvSpPr>
        <dsp:cNvPr id="0" name=""/>
        <dsp:cNvSpPr/>
      </dsp:nvSpPr>
      <dsp:spPr>
        <a:xfrm>
          <a:off x="0" y="3606701"/>
          <a:ext cx="2617482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Evaluation</a:t>
          </a:r>
        </a:p>
      </dsp:txBody>
      <dsp:txXfrm>
        <a:off x="0" y="3606701"/>
        <a:ext cx="2617482" cy="508735"/>
      </dsp:txXfrm>
    </dsp:sp>
    <dsp:sp modelId="{13D2170B-7DDF-4494-B87D-703767501B26}">
      <dsp:nvSpPr>
        <dsp:cNvPr id="0" name=""/>
        <dsp:cNvSpPr/>
      </dsp:nvSpPr>
      <dsp:spPr>
        <a:xfrm>
          <a:off x="2858720" y="3825457"/>
          <a:ext cx="71222" cy="71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0A40B-C93A-42F3-B368-E7867153B205}">
      <dsp:nvSpPr>
        <dsp:cNvPr id="0" name=""/>
        <dsp:cNvSpPr/>
      </dsp:nvSpPr>
      <dsp:spPr>
        <a:xfrm>
          <a:off x="3179570" y="3606701"/>
          <a:ext cx="5209797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1430" rIns="22860" bIns="1143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 dirty="0"/>
            <a:t>March 2027</a:t>
          </a:r>
        </a:p>
      </dsp:txBody>
      <dsp:txXfrm>
        <a:off x="3179570" y="3606701"/>
        <a:ext cx="5209797" cy="508735"/>
      </dsp:txXfrm>
    </dsp:sp>
    <dsp:sp modelId="{8C1F9FD4-9638-4226-8F90-D6ABD1A36D87}">
      <dsp:nvSpPr>
        <dsp:cNvPr id="0" name=""/>
        <dsp:cNvSpPr/>
      </dsp:nvSpPr>
      <dsp:spPr>
        <a:xfrm>
          <a:off x="0" y="4191746"/>
          <a:ext cx="2617482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E" sz="1700" kern="1200" dirty="0"/>
            <a:t>Capstone Final Report</a:t>
          </a:r>
        </a:p>
      </dsp:txBody>
      <dsp:txXfrm>
        <a:off x="0" y="4191746"/>
        <a:ext cx="2617482" cy="508735"/>
      </dsp:txXfrm>
    </dsp:sp>
    <dsp:sp modelId="{947F520A-AA73-44BF-BC88-E8C49DD4BFEA}">
      <dsp:nvSpPr>
        <dsp:cNvPr id="0" name=""/>
        <dsp:cNvSpPr/>
      </dsp:nvSpPr>
      <dsp:spPr>
        <a:xfrm>
          <a:off x="2858720" y="4410502"/>
          <a:ext cx="71222" cy="71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DBCDD-2C81-4FD9-8C63-1E1FEA5DC598}">
      <dsp:nvSpPr>
        <dsp:cNvPr id="0" name=""/>
        <dsp:cNvSpPr/>
      </dsp:nvSpPr>
      <dsp:spPr>
        <a:xfrm>
          <a:off x="3179570" y="4191746"/>
          <a:ext cx="5209797" cy="5087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1430" rIns="22860" bIns="1143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 dirty="0"/>
            <a:t>April / May 2027</a:t>
          </a:r>
        </a:p>
      </dsp:txBody>
      <dsp:txXfrm>
        <a:off x="3179570" y="4191746"/>
        <a:ext cx="5209797" cy="5087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SmallDotsVertical">
  <dgm:title val=""/>
  <dgm:desc val=""/>
  <dgm:catLst>
    <dgm:cat type="timeline" pri="108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connLine" refType="w" fact="0.345"/>
      <dgm:constr type="w" for="ch" forName="connLine" refType="w" fact="0.002"/>
      <dgm:constr type="t" for="ch" forName="connLine" refType="h" fact="0.02"/>
      <dgm:constr type="h" for="ch" forName="connLine" refType="h" fact="0.96"/>
      <dgm:constr type="l" for="ch" forName="itemsFlow"/>
      <dgm:constr type="w" for="ch" forName="itemsFlow" refType="w"/>
      <dgm:constr type="t" for="ch" forName="itemsFlow" refType="h" fact="0.02"/>
      <dgm:constr type="h" for="ch" forName="itemsFlow" refType="h" fact="0.96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alg type="lin">
        <dgm:param type="linDir" val="fromT"/>
        <dgm:param type="fallback" val="1D"/>
      </dgm:alg>
      <dgm:shape xmlns:r="http://schemas.openxmlformats.org/officeDocument/2006/relationships" r:blip="">
        <dgm:adjLst/>
      </dgm:shape>
      <dgm:presOf/>
      <dgm:constrLst>
        <dgm:constr type="w" for="ch" forName="item" refType="w"/>
        <dgm:constr type="h" for="ch" forName="item" refType="h"/>
        <dgm:constr type="h" for="ch" forName="spacer" refType="h" refFor="ch" refForName="item" fact="0.1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ctrY" for="ch" forName="titleText" refType="h" fact="0.5"/>
            <dgm:constr type="w" for="ch" forName="titleText" refType="w" fact="0.312"/>
            <dgm:constr type="h" for="ch" forName="titleText" refType="h"/>
            <dgm:constr type="ctrX" for="ch" forName="dot" refType="w" fact="0.345"/>
            <dgm:constr type="ctrY" for="ch" forName="dot" refType="h" fact="0.5"/>
            <dgm:constr type="w" for="ch" forName="dot" refType="h" fact="0.14"/>
            <dgm:constr type="h" for="ch" forName="dot" refType="h" fact="0.14"/>
            <dgm:constr type="l" for="ch" forName="descText" refType="w" fact="0.379"/>
            <dgm:constr type="ctrY" for="ch" forName="descText" refType="h" fact="0.5"/>
            <dgm:constr type="w" for="ch" forName="descText" refType="w" fact="0.621"/>
            <dgm:constr type="h" for="ch" forName="descText" refType="h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r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3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l"/>
              <dgm:param type="parTxRTLAlign" val="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3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6/layout/SmallDotsVertical">
  <dgm:title val=""/>
  <dgm:desc val=""/>
  <dgm:catLst>
    <dgm:cat type="timeline" pri="108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connLine" refType="w" fact="0.345"/>
      <dgm:constr type="w" for="ch" forName="connLine" refType="w" fact="0.002"/>
      <dgm:constr type="t" for="ch" forName="connLine" refType="h" fact="0.02"/>
      <dgm:constr type="h" for="ch" forName="connLine" refType="h" fact="0.96"/>
      <dgm:constr type="l" for="ch" forName="itemsFlow"/>
      <dgm:constr type="w" for="ch" forName="itemsFlow" refType="w"/>
      <dgm:constr type="t" for="ch" forName="itemsFlow" refType="h" fact="0.02"/>
      <dgm:constr type="h" for="ch" forName="itemsFlow" refType="h" fact="0.96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alg type="lin">
        <dgm:param type="linDir" val="fromT"/>
        <dgm:param type="fallback" val="1D"/>
      </dgm:alg>
      <dgm:shape xmlns:r="http://schemas.openxmlformats.org/officeDocument/2006/relationships" r:blip="">
        <dgm:adjLst/>
      </dgm:shape>
      <dgm:presOf/>
      <dgm:constrLst>
        <dgm:constr type="w" for="ch" forName="item" refType="w"/>
        <dgm:constr type="h" for="ch" forName="item" refType="h"/>
        <dgm:constr type="h" for="ch" forName="spacer" refType="h" refFor="ch" refForName="item" fact="0.1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ctrY" for="ch" forName="titleText" refType="h" fact="0.5"/>
            <dgm:constr type="w" for="ch" forName="titleText" refType="w" fact="0.312"/>
            <dgm:constr type="h" for="ch" forName="titleText" refType="h"/>
            <dgm:constr type="ctrX" for="ch" forName="dot" refType="w" fact="0.345"/>
            <dgm:constr type="ctrY" for="ch" forName="dot" refType="h" fact="0.5"/>
            <dgm:constr type="w" for="ch" forName="dot" refType="h" fact="0.14"/>
            <dgm:constr type="h" for="ch" forName="dot" refType="h" fact="0.14"/>
            <dgm:constr type="l" for="ch" forName="descText" refType="w" fact="0.379"/>
            <dgm:constr type="ctrY" for="ch" forName="descText" refType="h" fact="0.5"/>
            <dgm:constr type="w" for="ch" forName="descText" refType="w" fact="0.621"/>
            <dgm:constr type="h" for="ch" forName="descText" refType="h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r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3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l"/>
              <dgm:param type="parTxRTLAlign" val="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3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A6FCA-7E77-4820-B058-415B3C4AD4DB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4B39A4-458D-4CED-B3D4-377FE0F8C75D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65451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Proposed Project Architecture and Workflow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4B39A4-458D-4CED-B3D4-377FE0F8C75D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3029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29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5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1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324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227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529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121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965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120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153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874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065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34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6663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747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203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82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746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075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763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948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9833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4472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40928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64940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75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860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882B1966-8D4E-4594-9B4D-809E6722F138}" type="datetimeFigureOut">
              <a:rPr lang="en-IE" smtClean="0"/>
              <a:t>04/10/2026</a:t>
            </a:fld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55200BFE-878A-49BB-ABB3-0A54FAB957A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5936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57" r:id="rId3"/>
    <p:sldLayoutId id="2147484158" r:id="rId4"/>
    <p:sldLayoutId id="2147484159" r:id="rId5"/>
    <p:sldLayoutId id="2147484160" r:id="rId6"/>
    <p:sldLayoutId id="2147484161" r:id="rId7"/>
    <p:sldLayoutId id="2147484162" r:id="rId8"/>
    <p:sldLayoutId id="2147484163" r:id="rId9"/>
    <p:sldLayoutId id="2147484164" r:id="rId10"/>
    <p:sldLayoutId id="2147484165" r:id="rId11"/>
    <p:sldLayoutId id="2147484166" r:id="rId12"/>
    <p:sldLayoutId id="2147484167" r:id="rId13"/>
    <p:sldLayoutId id="2147484168" r:id="rId14"/>
    <p:sldLayoutId id="2147484169" r:id="rId15"/>
    <p:sldLayoutId id="2147484170" r:id="rId16"/>
    <p:sldLayoutId id="2147484171" r:id="rId17"/>
    <p:sldLayoutId id="2147484172" r:id="rId18"/>
    <p:sldLayoutId id="2147484173" r:id="rId19"/>
    <p:sldLayoutId id="2147484174" r:id="rId20"/>
    <p:sldLayoutId id="2147484175" r:id="rId21"/>
    <p:sldLayoutId id="2147484176" r:id="rId22"/>
    <p:sldLayoutId id="2147484177" r:id="rId23"/>
    <p:sldLayoutId id="2147484178" r:id="rId24"/>
    <p:sldLayoutId id="2147484179" r:id="rId25"/>
    <p:sldLayoutId id="2147484180" r:id="rId26"/>
    <p:sldLayoutId id="2147484181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9E3A012-CCEA-9AA5-A811-58BAC6ED8A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187403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20591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E438E-5CEC-3125-2EB8-3D1B7BEBD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954" y="381692"/>
            <a:ext cx="4656842" cy="1131309"/>
          </a:xfrm>
        </p:spPr>
        <p:txBody>
          <a:bodyPr>
            <a:normAutofit/>
          </a:bodyPr>
          <a:lstStyle/>
          <a:p>
            <a:r>
              <a:rPr lang="en-IE" sz="4400"/>
              <a:t>Project Timeline</a:t>
            </a:r>
            <a:endParaRPr lang="en-IE" sz="44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4948421-EE44-FE10-C6C8-46D721A64A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0543731"/>
              </p:ext>
            </p:extLst>
          </p:nvPr>
        </p:nvGraphicFramePr>
        <p:xfrm>
          <a:off x="2032000" y="1890074"/>
          <a:ext cx="8389368" cy="4796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9886647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303</TotalTime>
  <Words>131</Words>
  <Application>Microsoft Office PowerPoint</Application>
  <PresentationFormat>Widescreen</PresentationFormat>
  <Paragraphs>52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Light</vt:lpstr>
      <vt:lpstr>Arial</vt:lpstr>
      <vt:lpstr>Walbaum Display</vt:lpstr>
      <vt:lpstr>Shoji</vt:lpstr>
      <vt:lpstr>PowerPoint Presentation</vt:lpstr>
      <vt:lpstr>Project 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Ciaran Lynch</dc:creator>
  <cp:lastModifiedBy>Ciaran Lynch</cp:lastModifiedBy>
  <cp:revision>11</cp:revision>
  <dcterms:created xsi:type="dcterms:W3CDTF">2026-10-03T13:40:59Z</dcterms:created>
  <dcterms:modified xsi:type="dcterms:W3CDTF">2026-10-04T17:24:38Z</dcterms:modified>
</cp:coreProperties>
</file>